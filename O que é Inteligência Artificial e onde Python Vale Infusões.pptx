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32"/>
  </p:notesMasterIdLst>
  <p:sldIdLst>
    <p:sldId id="257" r:id="rId2"/>
    <p:sldId id="260" r:id="rId3"/>
    <p:sldId id="300" r:id="rId4"/>
    <p:sldId id="312" r:id="rId5"/>
    <p:sldId id="311" r:id="rId6"/>
    <p:sldId id="299" r:id="rId7"/>
    <p:sldId id="277" r:id="rId8"/>
    <p:sldId id="315" r:id="rId9"/>
    <p:sldId id="298" r:id="rId10"/>
    <p:sldId id="317" r:id="rId11"/>
    <p:sldId id="263" r:id="rId12"/>
    <p:sldId id="297" r:id="rId13"/>
    <p:sldId id="303" r:id="rId14"/>
    <p:sldId id="296" r:id="rId15"/>
    <p:sldId id="294" r:id="rId16"/>
    <p:sldId id="261" r:id="rId17"/>
    <p:sldId id="291" r:id="rId18"/>
    <p:sldId id="292" r:id="rId19"/>
    <p:sldId id="319" r:id="rId20"/>
    <p:sldId id="295" r:id="rId21"/>
    <p:sldId id="284" r:id="rId22"/>
    <p:sldId id="262" r:id="rId23"/>
    <p:sldId id="293" r:id="rId24"/>
    <p:sldId id="285" r:id="rId25"/>
    <p:sldId id="286" r:id="rId26"/>
    <p:sldId id="318" r:id="rId27"/>
    <p:sldId id="313" r:id="rId28"/>
    <p:sldId id="288" r:id="rId29"/>
    <p:sldId id="314" r:id="rId30"/>
    <p:sldId id="301" r:id="rId31"/>
  </p:sldIdLst>
  <p:sldSz cx="12192000" cy="6858000"/>
  <p:notesSz cx="6797675" cy="987266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15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636" y="11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svg"/><Relationship Id="rId1" Type="http://schemas.openxmlformats.org/officeDocument/2006/relationships/image" Target="../media/image24.png"/><Relationship Id="rId6" Type="http://schemas.openxmlformats.org/officeDocument/2006/relationships/image" Target="../media/image29.svg"/><Relationship Id="rId5" Type="http://schemas.openxmlformats.org/officeDocument/2006/relationships/image" Target="../media/image28.png"/><Relationship Id="rId4" Type="http://schemas.openxmlformats.org/officeDocument/2006/relationships/image" Target="../media/image27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svg"/><Relationship Id="rId1" Type="http://schemas.openxmlformats.org/officeDocument/2006/relationships/image" Target="../media/image24.png"/><Relationship Id="rId6" Type="http://schemas.openxmlformats.org/officeDocument/2006/relationships/image" Target="../media/image29.svg"/><Relationship Id="rId5" Type="http://schemas.openxmlformats.org/officeDocument/2006/relationships/image" Target="../media/image28.png"/><Relationship Id="rId4" Type="http://schemas.openxmlformats.org/officeDocument/2006/relationships/image" Target="../media/image27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F19B8C7-80B0-4E57-80B9-92C31E781BA7}" type="doc">
      <dgm:prSet loTypeId="urn:microsoft.com/office/officeart/2016/7/layout/LinearArrowProcessNumbered" loCatId="process" qsTypeId="urn:microsoft.com/office/officeart/2005/8/quickstyle/simple2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D6279980-6112-4DA7-8EFF-7D8A4616014A}">
      <dgm:prSet custT="1"/>
      <dgm:spPr/>
      <dgm:t>
        <a:bodyPr/>
        <a:lstStyle/>
        <a:p>
          <a:pPr algn="ctr"/>
          <a:endParaRPr lang="pt-BR" sz="2800"/>
        </a:p>
        <a:p>
          <a:pPr algn="ctr"/>
          <a:r>
            <a:rPr lang="pt-BR" sz="2800" b="1"/>
            <a:t>Objetivo</a:t>
          </a:r>
          <a:r>
            <a:rPr lang="pt-BR" sz="1100" b="1"/>
            <a:t>.</a:t>
          </a:r>
          <a:endParaRPr lang="en-US" sz="1100" b="1"/>
        </a:p>
      </dgm:t>
    </dgm:pt>
    <dgm:pt modelId="{AD37DA55-53B0-4ED5-9724-9BA1986BD43C}" type="parTrans" cxnId="{EC49125A-36E9-41BD-8CC5-F533835A68C5}">
      <dgm:prSet/>
      <dgm:spPr/>
      <dgm:t>
        <a:bodyPr/>
        <a:lstStyle/>
        <a:p>
          <a:endParaRPr lang="en-US"/>
        </a:p>
      </dgm:t>
    </dgm:pt>
    <dgm:pt modelId="{082AC507-815E-4BBF-BCBE-4AD026244649}" type="sibTrans" cxnId="{EC49125A-36E9-41BD-8CC5-F533835A68C5}">
      <dgm:prSet phldrT="1" phldr="0"/>
      <dgm:spPr/>
      <dgm:t>
        <a:bodyPr/>
        <a:lstStyle/>
        <a:p>
          <a:r>
            <a:rPr lang="en-US"/>
            <a:t>1</a:t>
          </a:r>
        </a:p>
      </dgm:t>
    </dgm:pt>
    <dgm:pt modelId="{72D2490E-73C7-4090-81DC-62D1FD4CACD0}">
      <dgm:prSet/>
      <dgm:spPr/>
      <dgm:t>
        <a:bodyPr/>
        <a:lstStyle/>
        <a:p>
          <a:endParaRPr lang="pt-BR"/>
        </a:p>
        <a:p>
          <a:r>
            <a:rPr lang="pt-BR"/>
            <a:t>Extração e exploração de dados</a:t>
          </a:r>
          <a:endParaRPr lang="en-US"/>
        </a:p>
      </dgm:t>
    </dgm:pt>
    <dgm:pt modelId="{B608181A-6A64-4AD2-8862-82AF766F9BF8}" type="parTrans" cxnId="{F1D56392-EE9B-461D-AA19-4AABF3D0A516}">
      <dgm:prSet/>
      <dgm:spPr/>
      <dgm:t>
        <a:bodyPr/>
        <a:lstStyle/>
        <a:p>
          <a:endParaRPr lang="en-US"/>
        </a:p>
      </dgm:t>
    </dgm:pt>
    <dgm:pt modelId="{155482E4-84F1-4EDB-9B6B-240FB8DC2F9D}" type="sibTrans" cxnId="{F1D56392-EE9B-461D-AA19-4AABF3D0A516}">
      <dgm:prSet phldrT="2" phldr="0"/>
      <dgm:spPr/>
      <dgm:t>
        <a:bodyPr/>
        <a:lstStyle/>
        <a:p>
          <a:r>
            <a:rPr lang="en-US"/>
            <a:t>2</a:t>
          </a:r>
        </a:p>
      </dgm:t>
    </dgm:pt>
    <dgm:pt modelId="{16CE183E-835F-4075-9FA2-4CC939D4FF67}">
      <dgm:prSet/>
      <dgm:spPr/>
      <dgm:t>
        <a:bodyPr/>
        <a:lstStyle/>
        <a:p>
          <a:pPr algn="ctr"/>
          <a:endParaRPr lang="pt-BR" dirty="0"/>
        </a:p>
        <a:p>
          <a:pPr algn="ctr"/>
          <a:r>
            <a:rPr lang="pt-BR" dirty="0"/>
            <a:t>Modelagens</a:t>
          </a:r>
          <a:endParaRPr lang="en-US" dirty="0"/>
        </a:p>
      </dgm:t>
    </dgm:pt>
    <dgm:pt modelId="{42689FFD-7E89-4C81-B42A-5566C6CA9AC0}" type="parTrans" cxnId="{49D5781E-BA7A-40A3-A9F2-8C23BE47C68E}">
      <dgm:prSet/>
      <dgm:spPr/>
      <dgm:t>
        <a:bodyPr/>
        <a:lstStyle/>
        <a:p>
          <a:endParaRPr lang="en-US"/>
        </a:p>
      </dgm:t>
    </dgm:pt>
    <dgm:pt modelId="{1DF54E9A-D281-4ACE-8BD3-4648CAF07CF1}" type="sibTrans" cxnId="{49D5781E-BA7A-40A3-A9F2-8C23BE47C68E}">
      <dgm:prSet phldrT="3" phldr="0"/>
      <dgm:spPr/>
      <dgm:t>
        <a:bodyPr/>
        <a:lstStyle/>
        <a:p>
          <a:r>
            <a:rPr lang="en-US"/>
            <a:t>3</a:t>
          </a:r>
        </a:p>
      </dgm:t>
    </dgm:pt>
    <dgm:pt modelId="{66034C66-B4FE-4482-90CB-348E62474AFA}">
      <dgm:prSet/>
      <dgm:spPr/>
      <dgm:t>
        <a:bodyPr/>
        <a:lstStyle/>
        <a:p>
          <a:endParaRPr lang="pt-BR"/>
        </a:p>
        <a:p>
          <a:r>
            <a:rPr lang="pt-BR"/>
            <a:t>Validação do modelo</a:t>
          </a:r>
          <a:endParaRPr lang="en-US"/>
        </a:p>
      </dgm:t>
    </dgm:pt>
    <dgm:pt modelId="{0BB29328-8A31-4E54-B09D-E848C89740D1}" type="parTrans" cxnId="{8B137670-6CA2-42C5-B02A-BEAEA7FC47E5}">
      <dgm:prSet/>
      <dgm:spPr/>
      <dgm:t>
        <a:bodyPr/>
        <a:lstStyle/>
        <a:p>
          <a:endParaRPr lang="en-US"/>
        </a:p>
      </dgm:t>
    </dgm:pt>
    <dgm:pt modelId="{AC144306-C30C-478A-8946-AEF92A4EAB8D}" type="sibTrans" cxnId="{8B137670-6CA2-42C5-B02A-BEAEA7FC47E5}">
      <dgm:prSet phldrT="4" phldr="0"/>
      <dgm:spPr/>
      <dgm:t>
        <a:bodyPr/>
        <a:lstStyle/>
        <a:p>
          <a:r>
            <a:rPr lang="en-US"/>
            <a:t>4</a:t>
          </a:r>
        </a:p>
      </dgm:t>
    </dgm:pt>
    <dgm:pt modelId="{E7A6CBA9-BFB6-4C33-B76A-98AD20E84D71}">
      <dgm:prSet/>
      <dgm:spPr/>
      <dgm:t>
        <a:bodyPr/>
        <a:lstStyle/>
        <a:p>
          <a:endParaRPr lang="pt-BR"/>
        </a:p>
        <a:p>
          <a:r>
            <a:rPr lang="pt-BR"/>
            <a:t>Implementação, apresentação do produto</a:t>
          </a:r>
          <a:endParaRPr lang="en-US"/>
        </a:p>
      </dgm:t>
    </dgm:pt>
    <dgm:pt modelId="{8A921723-FC26-450A-976A-BF6EE3E87404}" type="parTrans" cxnId="{4D3B58C8-BCB7-4B82-A00A-096B9C366476}">
      <dgm:prSet/>
      <dgm:spPr/>
      <dgm:t>
        <a:bodyPr/>
        <a:lstStyle/>
        <a:p>
          <a:endParaRPr lang="en-US"/>
        </a:p>
      </dgm:t>
    </dgm:pt>
    <dgm:pt modelId="{B228CE8C-AACE-4E8F-960A-5CE1B8FF15E7}" type="sibTrans" cxnId="{4D3B58C8-BCB7-4B82-A00A-096B9C366476}">
      <dgm:prSet phldrT="5" phldr="0"/>
      <dgm:spPr/>
      <dgm:t>
        <a:bodyPr/>
        <a:lstStyle/>
        <a:p>
          <a:r>
            <a:rPr lang="en-US"/>
            <a:t>5</a:t>
          </a:r>
        </a:p>
      </dgm:t>
    </dgm:pt>
    <dgm:pt modelId="{BC84A6BF-BEB8-42A4-AE88-2284BC667BCC}" type="pres">
      <dgm:prSet presAssocID="{4F19B8C7-80B0-4E57-80B9-92C31E781BA7}" presName="linearFlow" presStyleCnt="0">
        <dgm:presLayoutVars>
          <dgm:dir/>
          <dgm:animLvl val="lvl"/>
          <dgm:resizeHandles val="exact"/>
        </dgm:presLayoutVars>
      </dgm:prSet>
      <dgm:spPr/>
    </dgm:pt>
    <dgm:pt modelId="{2BA840C9-C268-441A-8973-55F3B84691F1}" type="pres">
      <dgm:prSet presAssocID="{D6279980-6112-4DA7-8EFF-7D8A4616014A}" presName="compositeNode" presStyleCnt="0"/>
      <dgm:spPr/>
    </dgm:pt>
    <dgm:pt modelId="{CD317DE8-E6CA-45A7-B5E7-E19DBBC544C0}" type="pres">
      <dgm:prSet presAssocID="{D6279980-6112-4DA7-8EFF-7D8A4616014A}" presName="parTx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E415788F-B334-4F77-AE23-19C02CA64DB1}" type="pres">
      <dgm:prSet presAssocID="{D6279980-6112-4DA7-8EFF-7D8A4616014A}" presName="parSh" presStyleCnt="0"/>
      <dgm:spPr/>
    </dgm:pt>
    <dgm:pt modelId="{BA66AA30-70EA-41D4-8A6A-7C565971B2A5}" type="pres">
      <dgm:prSet presAssocID="{D6279980-6112-4DA7-8EFF-7D8A4616014A}" presName="lineNode" presStyleLbl="alignAccFollowNode1" presStyleIdx="0" presStyleCnt="15"/>
      <dgm:spPr/>
    </dgm:pt>
    <dgm:pt modelId="{9175BE4F-35B2-43C4-8458-F6F8D6DD400A}" type="pres">
      <dgm:prSet presAssocID="{D6279980-6112-4DA7-8EFF-7D8A4616014A}" presName="lineArrowNode" presStyleLbl="alignAccFollowNode1" presStyleIdx="1" presStyleCnt="15"/>
      <dgm:spPr/>
    </dgm:pt>
    <dgm:pt modelId="{EDD95D44-BE59-4F2C-86FA-1D66AEE47F9F}" type="pres">
      <dgm:prSet presAssocID="{082AC507-815E-4BBF-BCBE-4AD026244649}" presName="sibTransNodeCircle" presStyleLbl="alignNode1" presStyleIdx="0" presStyleCnt="5">
        <dgm:presLayoutVars>
          <dgm:chMax val="0"/>
          <dgm:bulletEnabled/>
        </dgm:presLayoutVars>
      </dgm:prSet>
      <dgm:spPr/>
    </dgm:pt>
    <dgm:pt modelId="{5360109C-8421-4984-A050-74D97F15B300}" type="pres">
      <dgm:prSet presAssocID="{082AC507-815E-4BBF-BCBE-4AD026244649}" presName="spacerBetweenCircleAndCallout" presStyleCnt="0">
        <dgm:presLayoutVars/>
      </dgm:prSet>
      <dgm:spPr/>
    </dgm:pt>
    <dgm:pt modelId="{7061E06D-A0C3-4B62-B9D9-6BA2DF27C807}" type="pres">
      <dgm:prSet presAssocID="{D6279980-6112-4DA7-8EFF-7D8A4616014A}" presName="nodeText" presStyleLbl="alignAccFollowNode1" presStyleIdx="2" presStyleCnt="15">
        <dgm:presLayoutVars>
          <dgm:bulletEnabled val="1"/>
        </dgm:presLayoutVars>
      </dgm:prSet>
      <dgm:spPr/>
    </dgm:pt>
    <dgm:pt modelId="{4993ED7C-3200-4FBA-B8B8-1442EA5B3B54}" type="pres">
      <dgm:prSet presAssocID="{082AC507-815E-4BBF-BCBE-4AD026244649}" presName="sibTransComposite" presStyleCnt="0"/>
      <dgm:spPr/>
    </dgm:pt>
    <dgm:pt modelId="{95403FE9-EEC2-4FB7-A4D4-F0AA0047779E}" type="pres">
      <dgm:prSet presAssocID="{72D2490E-73C7-4090-81DC-62D1FD4CACD0}" presName="compositeNode" presStyleCnt="0"/>
      <dgm:spPr/>
    </dgm:pt>
    <dgm:pt modelId="{42D68041-E01C-4AFF-AED7-486C0B69FCD1}" type="pres">
      <dgm:prSet presAssocID="{72D2490E-73C7-4090-81DC-62D1FD4CACD0}" presName="parTx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7123E125-918F-4BD4-AE4C-06B76E491FC0}" type="pres">
      <dgm:prSet presAssocID="{72D2490E-73C7-4090-81DC-62D1FD4CACD0}" presName="parSh" presStyleCnt="0"/>
      <dgm:spPr/>
    </dgm:pt>
    <dgm:pt modelId="{09938825-02A0-4DDB-A73D-2C380EBB4456}" type="pres">
      <dgm:prSet presAssocID="{72D2490E-73C7-4090-81DC-62D1FD4CACD0}" presName="lineNode" presStyleLbl="alignAccFollowNode1" presStyleIdx="3" presStyleCnt="15"/>
      <dgm:spPr/>
    </dgm:pt>
    <dgm:pt modelId="{3885479A-CDE4-44CF-87E7-1F379BABE571}" type="pres">
      <dgm:prSet presAssocID="{72D2490E-73C7-4090-81DC-62D1FD4CACD0}" presName="lineArrowNode" presStyleLbl="alignAccFollowNode1" presStyleIdx="4" presStyleCnt="15"/>
      <dgm:spPr/>
    </dgm:pt>
    <dgm:pt modelId="{FC44E1C2-7C53-4698-9251-A0994DB2CE32}" type="pres">
      <dgm:prSet presAssocID="{155482E4-84F1-4EDB-9B6B-240FB8DC2F9D}" presName="sibTransNodeCircle" presStyleLbl="alignNode1" presStyleIdx="1" presStyleCnt="5">
        <dgm:presLayoutVars>
          <dgm:chMax val="0"/>
          <dgm:bulletEnabled/>
        </dgm:presLayoutVars>
      </dgm:prSet>
      <dgm:spPr/>
    </dgm:pt>
    <dgm:pt modelId="{1D2D9ABE-EA03-4777-89BD-EF155AC04BA8}" type="pres">
      <dgm:prSet presAssocID="{155482E4-84F1-4EDB-9B6B-240FB8DC2F9D}" presName="spacerBetweenCircleAndCallout" presStyleCnt="0">
        <dgm:presLayoutVars/>
      </dgm:prSet>
      <dgm:spPr/>
    </dgm:pt>
    <dgm:pt modelId="{FDBB2426-25B9-499D-AE80-27150F3CAC64}" type="pres">
      <dgm:prSet presAssocID="{72D2490E-73C7-4090-81DC-62D1FD4CACD0}" presName="nodeText" presStyleLbl="alignAccFollowNode1" presStyleIdx="5" presStyleCnt="15">
        <dgm:presLayoutVars>
          <dgm:bulletEnabled val="1"/>
        </dgm:presLayoutVars>
      </dgm:prSet>
      <dgm:spPr/>
    </dgm:pt>
    <dgm:pt modelId="{D069F227-4686-45B1-A410-176250838635}" type="pres">
      <dgm:prSet presAssocID="{155482E4-84F1-4EDB-9B6B-240FB8DC2F9D}" presName="sibTransComposite" presStyleCnt="0"/>
      <dgm:spPr/>
    </dgm:pt>
    <dgm:pt modelId="{8233802A-8617-4826-AB6B-212CCBDB99DB}" type="pres">
      <dgm:prSet presAssocID="{16CE183E-835F-4075-9FA2-4CC939D4FF67}" presName="compositeNode" presStyleCnt="0"/>
      <dgm:spPr/>
    </dgm:pt>
    <dgm:pt modelId="{4991A893-65D1-4732-9A2E-ED71A6812586}" type="pres">
      <dgm:prSet presAssocID="{16CE183E-835F-4075-9FA2-4CC939D4FF67}" presName="parTx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42AFAEDD-E61E-47BB-B370-80CC904DCA5F}" type="pres">
      <dgm:prSet presAssocID="{16CE183E-835F-4075-9FA2-4CC939D4FF67}" presName="parSh" presStyleCnt="0"/>
      <dgm:spPr/>
    </dgm:pt>
    <dgm:pt modelId="{8F4EF36C-2947-4E49-AEF4-70FE6B2B531B}" type="pres">
      <dgm:prSet presAssocID="{16CE183E-835F-4075-9FA2-4CC939D4FF67}" presName="lineNode" presStyleLbl="alignAccFollowNode1" presStyleIdx="6" presStyleCnt="15"/>
      <dgm:spPr/>
    </dgm:pt>
    <dgm:pt modelId="{9B4674E6-A8FD-4805-B6C9-4E730EF88A52}" type="pres">
      <dgm:prSet presAssocID="{16CE183E-835F-4075-9FA2-4CC939D4FF67}" presName="lineArrowNode" presStyleLbl="alignAccFollowNode1" presStyleIdx="7" presStyleCnt="15"/>
      <dgm:spPr/>
    </dgm:pt>
    <dgm:pt modelId="{8054CB82-7456-49B9-91B5-79317E8D265F}" type="pres">
      <dgm:prSet presAssocID="{1DF54E9A-D281-4ACE-8BD3-4648CAF07CF1}" presName="sibTransNodeCircle" presStyleLbl="alignNode1" presStyleIdx="2" presStyleCnt="5">
        <dgm:presLayoutVars>
          <dgm:chMax val="0"/>
          <dgm:bulletEnabled/>
        </dgm:presLayoutVars>
      </dgm:prSet>
      <dgm:spPr/>
    </dgm:pt>
    <dgm:pt modelId="{60C89E16-E363-40E1-8C12-33AF384A5ADB}" type="pres">
      <dgm:prSet presAssocID="{1DF54E9A-D281-4ACE-8BD3-4648CAF07CF1}" presName="spacerBetweenCircleAndCallout" presStyleCnt="0">
        <dgm:presLayoutVars/>
      </dgm:prSet>
      <dgm:spPr/>
    </dgm:pt>
    <dgm:pt modelId="{FD17A401-73DC-45B4-B99E-42A7F0F6ABED}" type="pres">
      <dgm:prSet presAssocID="{16CE183E-835F-4075-9FA2-4CC939D4FF67}" presName="nodeText" presStyleLbl="alignAccFollowNode1" presStyleIdx="8" presStyleCnt="15">
        <dgm:presLayoutVars>
          <dgm:bulletEnabled val="1"/>
        </dgm:presLayoutVars>
      </dgm:prSet>
      <dgm:spPr/>
    </dgm:pt>
    <dgm:pt modelId="{B93551A0-9E1B-4484-BD27-F3769C7EA2B4}" type="pres">
      <dgm:prSet presAssocID="{1DF54E9A-D281-4ACE-8BD3-4648CAF07CF1}" presName="sibTransComposite" presStyleCnt="0"/>
      <dgm:spPr/>
    </dgm:pt>
    <dgm:pt modelId="{8145A44A-54CE-4E6D-AC17-2A30297C1BA3}" type="pres">
      <dgm:prSet presAssocID="{66034C66-B4FE-4482-90CB-348E62474AFA}" presName="compositeNode" presStyleCnt="0"/>
      <dgm:spPr/>
    </dgm:pt>
    <dgm:pt modelId="{DC0000F0-2744-4543-B7F6-003066300333}" type="pres">
      <dgm:prSet presAssocID="{66034C66-B4FE-4482-90CB-348E62474AFA}" presName="parTx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3E2B7F63-4560-4A85-BB8D-D8593871B5FD}" type="pres">
      <dgm:prSet presAssocID="{66034C66-B4FE-4482-90CB-348E62474AFA}" presName="parSh" presStyleCnt="0"/>
      <dgm:spPr/>
    </dgm:pt>
    <dgm:pt modelId="{D8F6E29E-636D-41CE-A3DB-3B3B409F4ED4}" type="pres">
      <dgm:prSet presAssocID="{66034C66-B4FE-4482-90CB-348E62474AFA}" presName="lineNode" presStyleLbl="alignAccFollowNode1" presStyleIdx="9" presStyleCnt="15"/>
      <dgm:spPr/>
    </dgm:pt>
    <dgm:pt modelId="{274AB86D-19EE-4921-ABD7-EE2F65C7E303}" type="pres">
      <dgm:prSet presAssocID="{66034C66-B4FE-4482-90CB-348E62474AFA}" presName="lineArrowNode" presStyleLbl="alignAccFollowNode1" presStyleIdx="10" presStyleCnt="15"/>
      <dgm:spPr/>
    </dgm:pt>
    <dgm:pt modelId="{1DA270CC-BF7E-4043-88E0-86B4DB00AD5D}" type="pres">
      <dgm:prSet presAssocID="{AC144306-C30C-478A-8946-AEF92A4EAB8D}" presName="sibTransNodeCircle" presStyleLbl="alignNode1" presStyleIdx="3" presStyleCnt="5">
        <dgm:presLayoutVars>
          <dgm:chMax val="0"/>
          <dgm:bulletEnabled/>
        </dgm:presLayoutVars>
      </dgm:prSet>
      <dgm:spPr/>
    </dgm:pt>
    <dgm:pt modelId="{273AB73A-B81B-44CC-A5CB-7DD82D232D81}" type="pres">
      <dgm:prSet presAssocID="{AC144306-C30C-478A-8946-AEF92A4EAB8D}" presName="spacerBetweenCircleAndCallout" presStyleCnt="0">
        <dgm:presLayoutVars/>
      </dgm:prSet>
      <dgm:spPr/>
    </dgm:pt>
    <dgm:pt modelId="{64D236A3-E769-4090-8183-85E911B78AE0}" type="pres">
      <dgm:prSet presAssocID="{66034C66-B4FE-4482-90CB-348E62474AFA}" presName="nodeText" presStyleLbl="alignAccFollowNode1" presStyleIdx="11" presStyleCnt="15">
        <dgm:presLayoutVars>
          <dgm:bulletEnabled val="1"/>
        </dgm:presLayoutVars>
      </dgm:prSet>
      <dgm:spPr/>
    </dgm:pt>
    <dgm:pt modelId="{42D239EC-79FE-4FF4-B742-BF461895EE00}" type="pres">
      <dgm:prSet presAssocID="{AC144306-C30C-478A-8946-AEF92A4EAB8D}" presName="sibTransComposite" presStyleCnt="0"/>
      <dgm:spPr/>
    </dgm:pt>
    <dgm:pt modelId="{30E7836B-9CCB-44FE-8BBA-4D47E19D2187}" type="pres">
      <dgm:prSet presAssocID="{E7A6CBA9-BFB6-4C33-B76A-98AD20E84D71}" presName="compositeNode" presStyleCnt="0"/>
      <dgm:spPr/>
    </dgm:pt>
    <dgm:pt modelId="{F6D7A890-3BAB-4077-A3A7-4D17DE36F0BA}" type="pres">
      <dgm:prSet presAssocID="{E7A6CBA9-BFB6-4C33-B76A-98AD20E84D71}" presName="parTx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33BCB64E-444B-49D8-B694-4FA3C6BE69D3}" type="pres">
      <dgm:prSet presAssocID="{E7A6CBA9-BFB6-4C33-B76A-98AD20E84D71}" presName="parSh" presStyleCnt="0"/>
      <dgm:spPr/>
    </dgm:pt>
    <dgm:pt modelId="{969C9F6C-CF94-4D4A-83BD-7A53290CB2B2}" type="pres">
      <dgm:prSet presAssocID="{E7A6CBA9-BFB6-4C33-B76A-98AD20E84D71}" presName="lineNode" presStyleLbl="alignAccFollowNode1" presStyleIdx="12" presStyleCnt="15"/>
      <dgm:spPr/>
    </dgm:pt>
    <dgm:pt modelId="{AE5E702F-5FC8-4E30-900B-1D17EC94706D}" type="pres">
      <dgm:prSet presAssocID="{E7A6CBA9-BFB6-4C33-B76A-98AD20E84D71}" presName="lineArrowNode" presStyleLbl="alignAccFollowNode1" presStyleIdx="13" presStyleCnt="15"/>
      <dgm:spPr/>
    </dgm:pt>
    <dgm:pt modelId="{4AF8901C-9F11-4631-A638-078A29C8ED8F}" type="pres">
      <dgm:prSet presAssocID="{B228CE8C-AACE-4E8F-960A-5CE1B8FF15E7}" presName="sibTransNodeCircle" presStyleLbl="alignNode1" presStyleIdx="4" presStyleCnt="5">
        <dgm:presLayoutVars>
          <dgm:chMax val="0"/>
          <dgm:bulletEnabled/>
        </dgm:presLayoutVars>
      </dgm:prSet>
      <dgm:spPr/>
    </dgm:pt>
    <dgm:pt modelId="{6A7A01F2-C23A-47BE-95AD-6E2EAECB12F9}" type="pres">
      <dgm:prSet presAssocID="{B228CE8C-AACE-4E8F-960A-5CE1B8FF15E7}" presName="spacerBetweenCircleAndCallout" presStyleCnt="0">
        <dgm:presLayoutVars/>
      </dgm:prSet>
      <dgm:spPr/>
    </dgm:pt>
    <dgm:pt modelId="{36C66D18-05CF-4849-B1D8-BE7AC7B94CAB}" type="pres">
      <dgm:prSet presAssocID="{E7A6CBA9-BFB6-4C33-B76A-98AD20E84D71}" presName="nodeText" presStyleLbl="alignAccFollowNode1" presStyleIdx="14" presStyleCnt="15">
        <dgm:presLayoutVars>
          <dgm:bulletEnabled val="1"/>
        </dgm:presLayoutVars>
      </dgm:prSet>
      <dgm:spPr/>
    </dgm:pt>
  </dgm:ptLst>
  <dgm:cxnLst>
    <dgm:cxn modelId="{1E515B0A-9933-4C5C-9062-D8B291CF6228}" type="presOf" srcId="{082AC507-815E-4BBF-BCBE-4AD026244649}" destId="{EDD95D44-BE59-4F2C-86FA-1D66AEE47F9F}" srcOrd="0" destOrd="0" presId="urn:microsoft.com/office/officeart/2016/7/layout/LinearArrowProcessNumbered"/>
    <dgm:cxn modelId="{49D5781E-BA7A-40A3-A9F2-8C23BE47C68E}" srcId="{4F19B8C7-80B0-4E57-80B9-92C31E781BA7}" destId="{16CE183E-835F-4075-9FA2-4CC939D4FF67}" srcOrd="2" destOrd="0" parTransId="{42689FFD-7E89-4C81-B42A-5566C6CA9AC0}" sibTransId="{1DF54E9A-D281-4ACE-8BD3-4648CAF07CF1}"/>
    <dgm:cxn modelId="{C35BD12C-BFD3-4F40-85BC-68018C078C3D}" type="presOf" srcId="{1DF54E9A-D281-4ACE-8BD3-4648CAF07CF1}" destId="{8054CB82-7456-49B9-91B5-79317E8D265F}" srcOrd="0" destOrd="0" presId="urn:microsoft.com/office/officeart/2016/7/layout/LinearArrowProcessNumbered"/>
    <dgm:cxn modelId="{1B2D5A38-1C00-4E42-8AF0-A1AC22280E25}" type="presOf" srcId="{155482E4-84F1-4EDB-9B6B-240FB8DC2F9D}" destId="{FC44E1C2-7C53-4698-9251-A0994DB2CE32}" srcOrd="0" destOrd="0" presId="urn:microsoft.com/office/officeart/2016/7/layout/LinearArrowProcessNumbered"/>
    <dgm:cxn modelId="{8B137670-6CA2-42C5-B02A-BEAEA7FC47E5}" srcId="{4F19B8C7-80B0-4E57-80B9-92C31E781BA7}" destId="{66034C66-B4FE-4482-90CB-348E62474AFA}" srcOrd="3" destOrd="0" parTransId="{0BB29328-8A31-4E54-B09D-E848C89740D1}" sibTransId="{AC144306-C30C-478A-8946-AEF92A4EAB8D}"/>
    <dgm:cxn modelId="{06C36D74-8569-45C5-82AB-3D73AD344811}" type="presOf" srcId="{E7A6CBA9-BFB6-4C33-B76A-98AD20E84D71}" destId="{36C66D18-05CF-4849-B1D8-BE7AC7B94CAB}" srcOrd="0" destOrd="0" presId="urn:microsoft.com/office/officeart/2016/7/layout/LinearArrowProcessNumbered"/>
    <dgm:cxn modelId="{C0631978-E13A-4AF4-84E0-9AC4867DA4BF}" type="presOf" srcId="{AC144306-C30C-478A-8946-AEF92A4EAB8D}" destId="{1DA270CC-BF7E-4043-88E0-86B4DB00AD5D}" srcOrd="0" destOrd="0" presId="urn:microsoft.com/office/officeart/2016/7/layout/LinearArrowProcessNumbered"/>
    <dgm:cxn modelId="{EC49125A-36E9-41BD-8CC5-F533835A68C5}" srcId="{4F19B8C7-80B0-4E57-80B9-92C31E781BA7}" destId="{D6279980-6112-4DA7-8EFF-7D8A4616014A}" srcOrd="0" destOrd="0" parTransId="{AD37DA55-53B0-4ED5-9724-9BA1986BD43C}" sibTransId="{082AC507-815E-4BBF-BCBE-4AD026244649}"/>
    <dgm:cxn modelId="{F1D56392-EE9B-461D-AA19-4AABF3D0A516}" srcId="{4F19B8C7-80B0-4E57-80B9-92C31E781BA7}" destId="{72D2490E-73C7-4090-81DC-62D1FD4CACD0}" srcOrd="1" destOrd="0" parTransId="{B608181A-6A64-4AD2-8862-82AF766F9BF8}" sibTransId="{155482E4-84F1-4EDB-9B6B-240FB8DC2F9D}"/>
    <dgm:cxn modelId="{1BB1F59C-753D-4D4D-BBB8-3AD860A04324}" type="presOf" srcId="{16CE183E-835F-4075-9FA2-4CC939D4FF67}" destId="{FD17A401-73DC-45B4-B99E-42A7F0F6ABED}" srcOrd="0" destOrd="0" presId="urn:microsoft.com/office/officeart/2016/7/layout/LinearArrowProcessNumbered"/>
    <dgm:cxn modelId="{CC1C9FAF-3EF8-49A7-8BC5-4B2FBE1C94CD}" type="presOf" srcId="{D6279980-6112-4DA7-8EFF-7D8A4616014A}" destId="{7061E06D-A0C3-4B62-B9D9-6BA2DF27C807}" srcOrd="0" destOrd="0" presId="urn:microsoft.com/office/officeart/2016/7/layout/LinearArrowProcessNumbered"/>
    <dgm:cxn modelId="{15CBA6C5-9FA7-46CF-B3FF-3CA9390E137F}" type="presOf" srcId="{66034C66-B4FE-4482-90CB-348E62474AFA}" destId="{64D236A3-E769-4090-8183-85E911B78AE0}" srcOrd="0" destOrd="0" presId="urn:microsoft.com/office/officeart/2016/7/layout/LinearArrowProcessNumbered"/>
    <dgm:cxn modelId="{4D3B58C8-BCB7-4B82-A00A-096B9C366476}" srcId="{4F19B8C7-80B0-4E57-80B9-92C31E781BA7}" destId="{E7A6CBA9-BFB6-4C33-B76A-98AD20E84D71}" srcOrd="4" destOrd="0" parTransId="{8A921723-FC26-450A-976A-BF6EE3E87404}" sibTransId="{B228CE8C-AACE-4E8F-960A-5CE1B8FF15E7}"/>
    <dgm:cxn modelId="{96F243DD-25C9-433A-B354-09027DCF4223}" type="presOf" srcId="{4F19B8C7-80B0-4E57-80B9-92C31E781BA7}" destId="{BC84A6BF-BEB8-42A4-AE88-2284BC667BCC}" srcOrd="0" destOrd="0" presId="urn:microsoft.com/office/officeart/2016/7/layout/LinearArrowProcessNumbered"/>
    <dgm:cxn modelId="{3DE8B0E9-E29F-4E06-985B-F7689B707455}" type="presOf" srcId="{72D2490E-73C7-4090-81DC-62D1FD4CACD0}" destId="{FDBB2426-25B9-499D-AE80-27150F3CAC64}" srcOrd="0" destOrd="0" presId="urn:microsoft.com/office/officeart/2016/7/layout/LinearArrowProcessNumbered"/>
    <dgm:cxn modelId="{F10C6CF6-EDB0-4BA4-A2C1-2F38FB6168D9}" type="presOf" srcId="{B228CE8C-AACE-4E8F-960A-5CE1B8FF15E7}" destId="{4AF8901C-9F11-4631-A638-078A29C8ED8F}" srcOrd="0" destOrd="0" presId="urn:microsoft.com/office/officeart/2016/7/layout/LinearArrowProcessNumbered"/>
    <dgm:cxn modelId="{F86356FA-584B-41A1-AB37-7ABF240037E7}" type="presParOf" srcId="{BC84A6BF-BEB8-42A4-AE88-2284BC667BCC}" destId="{2BA840C9-C268-441A-8973-55F3B84691F1}" srcOrd="0" destOrd="0" presId="urn:microsoft.com/office/officeart/2016/7/layout/LinearArrowProcessNumbered"/>
    <dgm:cxn modelId="{A4EF7338-5FEE-4652-AD9F-B91CD6F936DE}" type="presParOf" srcId="{2BA840C9-C268-441A-8973-55F3B84691F1}" destId="{CD317DE8-E6CA-45A7-B5E7-E19DBBC544C0}" srcOrd="0" destOrd="0" presId="urn:microsoft.com/office/officeart/2016/7/layout/LinearArrowProcessNumbered"/>
    <dgm:cxn modelId="{729E2C73-C3C5-4BA9-9100-CA07E828661D}" type="presParOf" srcId="{2BA840C9-C268-441A-8973-55F3B84691F1}" destId="{E415788F-B334-4F77-AE23-19C02CA64DB1}" srcOrd="1" destOrd="0" presId="urn:microsoft.com/office/officeart/2016/7/layout/LinearArrowProcessNumbered"/>
    <dgm:cxn modelId="{02F75A6F-843A-4CEA-A970-D7D3D893BCD0}" type="presParOf" srcId="{E415788F-B334-4F77-AE23-19C02CA64DB1}" destId="{BA66AA30-70EA-41D4-8A6A-7C565971B2A5}" srcOrd="0" destOrd="0" presId="urn:microsoft.com/office/officeart/2016/7/layout/LinearArrowProcessNumbered"/>
    <dgm:cxn modelId="{8A6AB51E-BC43-4E73-8DA7-76AD204FDD0E}" type="presParOf" srcId="{E415788F-B334-4F77-AE23-19C02CA64DB1}" destId="{9175BE4F-35B2-43C4-8458-F6F8D6DD400A}" srcOrd="1" destOrd="0" presId="urn:microsoft.com/office/officeart/2016/7/layout/LinearArrowProcessNumbered"/>
    <dgm:cxn modelId="{E7453DA7-47C4-4F02-9E84-2E0F92C81DFB}" type="presParOf" srcId="{E415788F-B334-4F77-AE23-19C02CA64DB1}" destId="{EDD95D44-BE59-4F2C-86FA-1D66AEE47F9F}" srcOrd="2" destOrd="0" presId="urn:microsoft.com/office/officeart/2016/7/layout/LinearArrowProcessNumbered"/>
    <dgm:cxn modelId="{C349A839-8640-4752-8BE1-936DBDB2AA52}" type="presParOf" srcId="{E415788F-B334-4F77-AE23-19C02CA64DB1}" destId="{5360109C-8421-4984-A050-74D97F15B300}" srcOrd="3" destOrd="0" presId="urn:microsoft.com/office/officeart/2016/7/layout/LinearArrowProcessNumbered"/>
    <dgm:cxn modelId="{DC7B3962-CB0C-439C-ADB6-3141433E7A05}" type="presParOf" srcId="{2BA840C9-C268-441A-8973-55F3B84691F1}" destId="{7061E06D-A0C3-4B62-B9D9-6BA2DF27C807}" srcOrd="2" destOrd="0" presId="urn:microsoft.com/office/officeart/2016/7/layout/LinearArrowProcessNumbered"/>
    <dgm:cxn modelId="{94E3C3D7-6445-4ABE-890F-24C10357DD31}" type="presParOf" srcId="{BC84A6BF-BEB8-42A4-AE88-2284BC667BCC}" destId="{4993ED7C-3200-4FBA-B8B8-1442EA5B3B54}" srcOrd="1" destOrd="0" presId="urn:microsoft.com/office/officeart/2016/7/layout/LinearArrowProcessNumbered"/>
    <dgm:cxn modelId="{E3CA15A3-7E5A-46FA-B7E8-CFB443631E44}" type="presParOf" srcId="{BC84A6BF-BEB8-42A4-AE88-2284BC667BCC}" destId="{95403FE9-EEC2-4FB7-A4D4-F0AA0047779E}" srcOrd="2" destOrd="0" presId="urn:microsoft.com/office/officeart/2016/7/layout/LinearArrowProcessNumbered"/>
    <dgm:cxn modelId="{E57C9D6E-74AB-4319-9B13-9CF3720E52E1}" type="presParOf" srcId="{95403FE9-EEC2-4FB7-A4D4-F0AA0047779E}" destId="{42D68041-E01C-4AFF-AED7-486C0B69FCD1}" srcOrd="0" destOrd="0" presId="urn:microsoft.com/office/officeart/2016/7/layout/LinearArrowProcessNumbered"/>
    <dgm:cxn modelId="{801429F7-BC08-45B5-BB4F-04E14DB76C0F}" type="presParOf" srcId="{95403FE9-EEC2-4FB7-A4D4-F0AA0047779E}" destId="{7123E125-918F-4BD4-AE4C-06B76E491FC0}" srcOrd="1" destOrd="0" presId="urn:microsoft.com/office/officeart/2016/7/layout/LinearArrowProcessNumbered"/>
    <dgm:cxn modelId="{EB0E1D91-8304-4E0E-BD45-746C01FCF376}" type="presParOf" srcId="{7123E125-918F-4BD4-AE4C-06B76E491FC0}" destId="{09938825-02A0-4DDB-A73D-2C380EBB4456}" srcOrd="0" destOrd="0" presId="urn:microsoft.com/office/officeart/2016/7/layout/LinearArrowProcessNumbered"/>
    <dgm:cxn modelId="{1A25CA3E-F8EB-4A0C-8011-FE2D9DDB053D}" type="presParOf" srcId="{7123E125-918F-4BD4-AE4C-06B76E491FC0}" destId="{3885479A-CDE4-44CF-87E7-1F379BABE571}" srcOrd="1" destOrd="0" presId="urn:microsoft.com/office/officeart/2016/7/layout/LinearArrowProcessNumbered"/>
    <dgm:cxn modelId="{16B3AE1E-84B4-41EF-81BF-FAC73CCF9F9B}" type="presParOf" srcId="{7123E125-918F-4BD4-AE4C-06B76E491FC0}" destId="{FC44E1C2-7C53-4698-9251-A0994DB2CE32}" srcOrd="2" destOrd="0" presId="urn:microsoft.com/office/officeart/2016/7/layout/LinearArrowProcessNumbered"/>
    <dgm:cxn modelId="{BC68D17D-69E0-4CE0-8C22-BBCBF32DDC03}" type="presParOf" srcId="{7123E125-918F-4BD4-AE4C-06B76E491FC0}" destId="{1D2D9ABE-EA03-4777-89BD-EF155AC04BA8}" srcOrd="3" destOrd="0" presId="urn:microsoft.com/office/officeart/2016/7/layout/LinearArrowProcessNumbered"/>
    <dgm:cxn modelId="{D91491D7-C265-4279-89B0-BC18BD465B92}" type="presParOf" srcId="{95403FE9-EEC2-4FB7-A4D4-F0AA0047779E}" destId="{FDBB2426-25B9-499D-AE80-27150F3CAC64}" srcOrd="2" destOrd="0" presId="urn:microsoft.com/office/officeart/2016/7/layout/LinearArrowProcessNumbered"/>
    <dgm:cxn modelId="{A4CE73CF-EDE4-43C1-94FF-D9960F6101E0}" type="presParOf" srcId="{BC84A6BF-BEB8-42A4-AE88-2284BC667BCC}" destId="{D069F227-4686-45B1-A410-176250838635}" srcOrd="3" destOrd="0" presId="urn:microsoft.com/office/officeart/2016/7/layout/LinearArrowProcessNumbered"/>
    <dgm:cxn modelId="{9F5311A6-E34D-4D93-AA8E-BC693D98D9A0}" type="presParOf" srcId="{BC84A6BF-BEB8-42A4-AE88-2284BC667BCC}" destId="{8233802A-8617-4826-AB6B-212CCBDB99DB}" srcOrd="4" destOrd="0" presId="urn:microsoft.com/office/officeart/2016/7/layout/LinearArrowProcessNumbered"/>
    <dgm:cxn modelId="{8F3BB0B7-AC30-4D4D-AD92-9E080A9E67D3}" type="presParOf" srcId="{8233802A-8617-4826-AB6B-212CCBDB99DB}" destId="{4991A893-65D1-4732-9A2E-ED71A6812586}" srcOrd="0" destOrd="0" presId="urn:microsoft.com/office/officeart/2016/7/layout/LinearArrowProcessNumbered"/>
    <dgm:cxn modelId="{25DE9572-DF8D-45A4-A6D4-318954B74EF0}" type="presParOf" srcId="{8233802A-8617-4826-AB6B-212CCBDB99DB}" destId="{42AFAEDD-E61E-47BB-B370-80CC904DCA5F}" srcOrd="1" destOrd="0" presId="urn:microsoft.com/office/officeart/2016/7/layout/LinearArrowProcessNumbered"/>
    <dgm:cxn modelId="{D5444365-3F91-44F2-80E5-D69D639D7F79}" type="presParOf" srcId="{42AFAEDD-E61E-47BB-B370-80CC904DCA5F}" destId="{8F4EF36C-2947-4E49-AEF4-70FE6B2B531B}" srcOrd="0" destOrd="0" presId="urn:microsoft.com/office/officeart/2016/7/layout/LinearArrowProcessNumbered"/>
    <dgm:cxn modelId="{06685AA6-67C5-4A91-897A-C0DB0A9F2820}" type="presParOf" srcId="{42AFAEDD-E61E-47BB-B370-80CC904DCA5F}" destId="{9B4674E6-A8FD-4805-B6C9-4E730EF88A52}" srcOrd="1" destOrd="0" presId="urn:microsoft.com/office/officeart/2016/7/layout/LinearArrowProcessNumbered"/>
    <dgm:cxn modelId="{4D0166E7-2402-40E4-A03A-379426719A69}" type="presParOf" srcId="{42AFAEDD-E61E-47BB-B370-80CC904DCA5F}" destId="{8054CB82-7456-49B9-91B5-79317E8D265F}" srcOrd="2" destOrd="0" presId="urn:microsoft.com/office/officeart/2016/7/layout/LinearArrowProcessNumbered"/>
    <dgm:cxn modelId="{954A6972-1A95-4C5E-B358-2FB310C4399A}" type="presParOf" srcId="{42AFAEDD-E61E-47BB-B370-80CC904DCA5F}" destId="{60C89E16-E363-40E1-8C12-33AF384A5ADB}" srcOrd="3" destOrd="0" presId="urn:microsoft.com/office/officeart/2016/7/layout/LinearArrowProcessNumbered"/>
    <dgm:cxn modelId="{CE0483DA-5715-435F-B7B0-9EDD7700A1D4}" type="presParOf" srcId="{8233802A-8617-4826-AB6B-212CCBDB99DB}" destId="{FD17A401-73DC-45B4-B99E-42A7F0F6ABED}" srcOrd="2" destOrd="0" presId="urn:microsoft.com/office/officeart/2016/7/layout/LinearArrowProcessNumbered"/>
    <dgm:cxn modelId="{2EAC537F-4D00-4E48-96AE-1ADDBFCB25C9}" type="presParOf" srcId="{BC84A6BF-BEB8-42A4-AE88-2284BC667BCC}" destId="{B93551A0-9E1B-4484-BD27-F3769C7EA2B4}" srcOrd="5" destOrd="0" presId="urn:microsoft.com/office/officeart/2016/7/layout/LinearArrowProcessNumbered"/>
    <dgm:cxn modelId="{5E874BCF-14C6-466A-9968-03C3DFC8B05E}" type="presParOf" srcId="{BC84A6BF-BEB8-42A4-AE88-2284BC667BCC}" destId="{8145A44A-54CE-4E6D-AC17-2A30297C1BA3}" srcOrd="6" destOrd="0" presId="urn:microsoft.com/office/officeart/2016/7/layout/LinearArrowProcessNumbered"/>
    <dgm:cxn modelId="{CE4E4C05-E9FD-4247-8526-BBB951DFE0EE}" type="presParOf" srcId="{8145A44A-54CE-4E6D-AC17-2A30297C1BA3}" destId="{DC0000F0-2744-4543-B7F6-003066300333}" srcOrd="0" destOrd="0" presId="urn:microsoft.com/office/officeart/2016/7/layout/LinearArrowProcessNumbered"/>
    <dgm:cxn modelId="{75D816A0-1367-469B-806C-BE6BF64059A0}" type="presParOf" srcId="{8145A44A-54CE-4E6D-AC17-2A30297C1BA3}" destId="{3E2B7F63-4560-4A85-BB8D-D8593871B5FD}" srcOrd="1" destOrd="0" presId="urn:microsoft.com/office/officeart/2016/7/layout/LinearArrowProcessNumbered"/>
    <dgm:cxn modelId="{FF8E7609-7352-4080-817A-1F28EDF315F9}" type="presParOf" srcId="{3E2B7F63-4560-4A85-BB8D-D8593871B5FD}" destId="{D8F6E29E-636D-41CE-A3DB-3B3B409F4ED4}" srcOrd="0" destOrd="0" presId="urn:microsoft.com/office/officeart/2016/7/layout/LinearArrowProcessNumbered"/>
    <dgm:cxn modelId="{8667E6C1-97CB-4CCA-9A4B-6A2C01925CC5}" type="presParOf" srcId="{3E2B7F63-4560-4A85-BB8D-D8593871B5FD}" destId="{274AB86D-19EE-4921-ABD7-EE2F65C7E303}" srcOrd="1" destOrd="0" presId="urn:microsoft.com/office/officeart/2016/7/layout/LinearArrowProcessNumbered"/>
    <dgm:cxn modelId="{AD7FE792-AD63-445D-9B9B-63C2EE1A0FDD}" type="presParOf" srcId="{3E2B7F63-4560-4A85-BB8D-D8593871B5FD}" destId="{1DA270CC-BF7E-4043-88E0-86B4DB00AD5D}" srcOrd="2" destOrd="0" presId="urn:microsoft.com/office/officeart/2016/7/layout/LinearArrowProcessNumbered"/>
    <dgm:cxn modelId="{5C39B600-0BC4-48DD-8800-EC857AEC763E}" type="presParOf" srcId="{3E2B7F63-4560-4A85-BB8D-D8593871B5FD}" destId="{273AB73A-B81B-44CC-A5CB-7DD82D232D81}" srcOrd="3" destOrd="0" presId="urn:microsoft.com/office/officeart/2016/7/layout/LinearArrowProcessNumbered"/>
    <dgm:cxn modelId="{77C91160-AFEC-4F1B-8D3E-9EAF9FB140BE}" type="presParOf" srcId="{8145A44A-54CE-4E6D-AC17-2A30297C1BA3}" destId="{64D236A3-E769-4090-8183-85E911B78AE0}" srcOrd="2" destOrd="0" presId="urn:microsoft.com/office/officeart/2016/7/layout/LinearArrowProcessNumbered"/>
    <dgm:cxn modelId="{1219FA92-E30B-479D-B4F5-EFC27EF5EE8C}" type="presParOf" srcId="{BC84A6BF-BEB8-42A4-AE88-2284BC667BCC}" destId="{42D239EC-79FE-4FF4-B742-BF461895EE00}" srcOrd="7" destOrd="0" presId="urn:microsoft.com/office/officeart/2016/7/layout/LinearArrowProcessNumbered"/>
    <dgm:cxn modelId="{EB4E53BE-BA6A-4D52-B27B-D4F086947FBD}" type="presParOf" srcId="{BC84A6BF-BEB8-42A4-AE88-2284BC667BCC}" destId="{30E7836B-9CCB-44FE-8BBA-4D47E19D2187}" srcOrd="8" destOrd="0" presId="urn:microsoft.com/office/officeart/2016/7/layout/LinearArrowProcessNumbered"/>
    <dgm:cxn modelId="{EEABC96D-798D-4358-92C7-5D684251A709}" type="presParOf" srcId="{30E7836B-9CCB-44FE-8BBA-4D47E19D2187}" destId="{F6D7A890-3BAB-4077-A3A7-4D17DE36F0BA}" srcOrd="0" destOrd="0" presId="urn:microsoft.com/office/officeart/2016/7/layout/LinearArrowProcessNumbered"/>
    <dgm:cxn modelId="{CCDC68D5-758D-490E-81B9-9309D222C068}" type="presParOf" srcId="{30E7836B-9CCB-44FE-8BBA-4D47E19D2187}" destId="{33BCB64E-444B-49D8-B694-4FA3C6BE69D3}" srcOrd="1" destOrd="0" presId="urn:microsoft.com/office/officeart/2016/7/layout/LinearArrowProcessNumbered"/>
    <dgm:cxn modelId="{45967DC5-2287-4F7C-A2EB-ED02BD8BB4D1}" type="presParOf" srcId="{33BCB64E-444B-49D8-B694-4FA3C6BE69D3}" destId="{969C9F6C-CF94-4D4A-83BD-7A53290CB2B2}" srcOrd="0" destOrd="0" presId="urn:microsoft.com/office/officeart/2016/7/layout/LinearArrowProcessNumbered"/>
    <dgm:cxn modelId="{336F0BF5-613D-4467-A506-55ED0B5A4262}" type="presParOf" srcId="{33BCB64E-444B-49D8-B694-4FA3C6BE69D3}" destId="{AE5E702F-5FC8-4E30-900B-1D17EC94706D}" srcOrd="1" destOrd="0" presId="urn:microsoft.com/office/officeart/2016/7/layout/LinearArrowProcessNumbered"/>
    <dgm:cxn modelId="{15CFC717-8988-4562-B712-4C752BE86B36}" type="presParOf" srcId="{33BCB64E-444B-49D8-B694-4FA3C6BE69D3}" destId="{4AF8901C-9F11-4631-A638-078A29C8ED8F}" srcOrd="2" destOrd="0" presId="urn:microsoft.com/office/officeart/2016/7/layout/LinearArrowProcessNumbered"/>
    <dgm:cxn modelId="{BDB1FA4C-C1A2-464D-9641-4C4D0E15D08F}" type="presParOf" srcId="{33BCB64E-444B-49D8-B694-4FA3C6BE69D3}" destId="{6A7A01F2-C23A-47BE-95AD-6E2EAECB12F9}" srcOrd="3" destOrd="0" presId="urn:microsoft.com/office/officeart/2016/7/layout/LinearArrowProcessNumbered"/>
    <dgm:cxn modelId="{1D6A9B12-6D34-4B79-847E-43CEFCD8B246}" type="presParOf" srcId="{30E7836B-9CCB-44FE-8BBA-4D47E19D2187}" destId="{36C66D18-05CF-4849-B1D8-BE7AC7B94CAB}" srcOrd="2" destOrd="0" presId="urn:microsoft.com/office/officeart/2016/7/layout/LinearArrowProcessNumbered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A8F9D7B-8A75-4D9E-9279-F99B454501A7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741001B6-57F0-48AC-AD5B-B5618BDC2D7A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pt-BR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Cientista de Dados</a:t>
          </a:r>
          <a:endParaRPr lang="en-US" b="1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BCEC1B07-2BC2-4A20-8042-3947281A41A2}" type="parTrans" cxnId="{370C8181-01CE-49CF-8CFA-BBC1763855B5}">
      <dgm:prSet/>
      <dgm:spPr/>
      <dgm:t>
        <a:bodyPr/>
        <a:lstStyle/>
        <a:p>
          <a:endParaRPr lang="en-US"/>
        </a:p>
      </dgm:t>
    </dgm:pt>
    <dgm:pt modelId="{D4D9227B-6C1D-4881-983F-1EBFAE5C0314}" type="sibTrans" cxnId="{370C8181-01CE-49CF-8CFA-BBC1763855B5}">
      <dgm:prSet/>
      <dgm:spPr/>
      <dgm:t>
        <a:bodyPr/>
        <a:lstStyle/>
        <a:p>
          <a:endParaRPr lang="en-US"/>
        </a:p>
      </dgm:t>
    </dgm:pt>
    <dgm:pt modelId="{984DA8D4-FFA5-4F99-B098-D4CBBF37F86B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pt-BR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Engenheiro de dados </a:t>
          </a:r>
          <a:endParaRPr lang="en-US" b="1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173DE973-1F9B-4035-9D8F-F561D8BAF80C}" type="parTrans" cxnId="{DC20B532-CD08-4376-8E84-66FC7D2E84B3}">
      <dgm:prSet/>
      <dgm:spPr/>
      <dgm:t>
        <a:bodyPr/>
        <a:lstStyle/>
        <a:p>
          <a:endParaRPr lang="en-US"/>
        </a:p>
      </dgm:t>
    </dgm:pt>
    <dgm:pt modelId="{B0E0EB1E-B514-43AF-8E6E-39ABF5286260}" type="sibTrans" cxnId="{DC20B532-CD08-4376-8E84-66FC7D2E84B3}">
      <dgm:prSet/>
      <dgm:spPr/>
      <dgm:t>
        <a:bodyPr/>
        <a:lstStyle/>
        <a:p>
          <a:endParaRPr lang="en-US"/>
        </a:p>
      </dgm:t>
    </dgm:pt>
    <dgm:pt modelId="{355BEAD7-0B86-4B2A-B03B-ECFF3113D999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pt-BR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Engenheiro </a:t>
          </a:r>
          <a:r>
            <a:rPr lang="pt-BR" b="1" dirty="0" err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Machine</a:t>
          </a:r>
          <a:r>
            <a:rPr lang="pt-BR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 Learning </a:t>
          </a:r>
          <a:endParaRPr lang="en-US" b="1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7D886B63-306E-4A40-91C7-2547F9E7111B}" type="parTrans" cxnId="{115F9023-6104-4FD9-998B-6422039925FF}">
      <dgm:prSet/>
      <dgm:spPr/>
      <dgm:t>
        <a:bodyPr/>
        <a:lstStyle/>
        <a:p>
          <a:endParaRPr lang="en-US"/>
        </a:p>
      </dgm:t>
    </dgm:pt>
    <dgm:pt modelId="{99455F7F-CB66-4F85-810A-E464B16940E2}" type="sibTrans" cxnId="{115F9023-6104-4FD9-998B-6422039925FF}">
      <dgm:prSet/>
      <dgm:spPr/>
      <dgm:t>
        <a:bodyPr/>
        <a:lstStyle/>
        <a:p>
          <a:endParaRPr lang="en-US"/>
        </a:p>
      </dgm:t>
    </dgm:pt>
    <dgm:pt modelId="{03DE39CD-1682-4220-92CF-B1D6AA01A710}" type="pres">
      <dgm:prSet presAssocID="{8A8F9D7B-8A75-4D9E-9279-F99B454501A7}" presName="root" presStyleCnt="0">
        <dgm:presLayoutVars>
          <dgm:dir/>
          <dgm:resizeHandles val="exact"/>
        </dgm:presLayoutVars>
      </dgm:prSet>
      <dgm:spPr/>
    </dgm:pt>
    <dgm:pt modelId="{92B10B85-EB0D-466F-BEE2-FA43A2AB65B2}" type="pres">
      <dgm:prSet presAssocID="{741001B6-57F0-48AC-AD5B-B5618BDC2D7A}" presName="compNode" presStyleCnt="0"/>
      <dgm:spPr/>
    </dgm:pt>
    <dgm:pt modelId="{CD02785B-9D6B-4561-8DB0-0AB9CFB9739E}" type="pres">
      <dgm:prSet presAssocID="{741001B6-57F0-48AC-AD5B-B5618BDC2D7A}" presName="iconBgRect" presStyleLbl="bgShp" presStyleIdx="0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A3698738-611C-42BE-9561-655094E1D8A5}" type="pres">
      <dgm:prSet presAssocID="{741001B6-57F0-48AC-AD5B-B5618BDC2D7A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g under Magnifying Glass"/>
        </a:ext>
      </dgm:extLst>
    </dgm:pt>
    <dgm:pt modelId="{588B4D16-5634-49D3-B532-1E47A6921A24}" type="pres">
      <dgm:prSet presAssocID="{741001B6-57F0-48AC-AD5B-B5618BDC2D7A}" presName="spaceRect" presStyleCnt="0"/>
      <dgm:spPr/>
    </dgm:pt>
    <dgm:pt modelId="{12A4DB59-F555-4BA1-BD0E-802DDC234B0F}" type="pres">
      <dgm:prSet presAssocID="{741001B6-57F0-48AC-AD5B-B5618BDC2D7A}" presName="textRect" presStyleLbl="revTx" presStyleIdx="0" presStyleCnt="3">
        <dgm:presLayoutVars>
          <dgm:chMax val="1"/>
          <dgm:chPref val="1"/>
        </dgm:presLayoutVars>
      </dgm:prSet>
      <dgm:spPr/>
    </dgm:pt>
    <dgm:pt modelId="{47C2ADCE-C007-4CF9-960E-52CE028885B7}" type="pres">
      <dgm:prSet presAssocID="{D4D9227B-6C1D-4881-983F-1EBFAE5C0314}" presName="sibTrans" presStyleCnt="0"/>
      <dgm:spPr/>
    </dgm:pt>
    <dgm:pt modelId="{0D5C3092-B3E8-4FB1-828D-ED22BF330F57}" type="pres">
      <dgm:prSet presAssocID="{984DA8D4-FFA5-4F99-B098-D4CBBF37F86B}" presName="compNode" presStyleCnt="0"/>
      <dgm:spPr/>
    </dgm:pt>
    <dgm:pt modelId="{B6DD046C-B3C3-4AE5-BC88-05B84F191223}" type="pres">
      <dgm:prSet presAssocID="{984DA8D4-FFA5-4F99-B098-D4CBBF37F86B}" presName="iconBgRect" presStyleLbl="bgShp" presStyleIdx="1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271A3874-0D7E-49B7-AF54-49341EC919AB}" type="pres">
      <dgm:prSet presAssocID="{984DA8D4-FFA5-4F99-B098-D4CBBF37F86B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0C05EFA6-1784-4279-97CF-E5F0008EB2FE}" type="pres">
      <dgm:prSet presAssocID="{984DA8D4-FFA5-4F99-B098-D4CBBF37F86B}" presName="spaceRect" presStyleCnt="0"/>
      <dgm:spPr/>
    </dgm:pt>
    <dgm:pt modelId="{3E526C8A-EEC1-423F-ADF2-518B6E00D4EF}" type="pres">
      <dgm:prSet presAssocID="{984DA8D4-FFA5-4F99-B098-D4CBBF37F86B}" presName="textRect" presStyleLbl="revTx" presStyleIdx="1" presStyleCnt="3">
        <dgm:presLayoutVars>
          <dgm:chMax val="1"/>
          <dgm:chPref val="1"/>
        </dgm:presLayoutVars>
      </dgm:prSet>
      <dgm:spPr/>
    </dgm:pt>
    <dgm:pt modelId="{9C7FBA7E-4442-4BDA-810E-3439442AE931}" type="pres">
      <dgm:prSet presAssocID="{B0E0EB1E-B514-43AF-8E6E-39ABF5286260}" presName="sibTrans" presStyleCnt="0"/>
      <dgm:spPr/>
    </dgm:pt>
    <dgm:pt modelId="{5051ACFF-5ED8-4418-BDAB-E2E2E0EA38B6}" type="pres">
      <dgm:prSet presAssocID="{355BEAD7-0B86-4B2A-B03B-ECFF3113D999}" presName="compNode" presStyleCnt="0"/>
      <dgm:spPr/>
    </dgm:pt>
    <dgm:pt modelId="{F481690E-CFBF-4217-A7BF-8E51286FB2D7}" type="pres">
      <dgm:prSet presAssocID="{355BEAD7-0B86-4B2A-B03B-ECFF3113D999}" presName="iconBgRect" presStyleLbl="bgShp" presStyleIdx="2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8B4288A9-1C84-4A2E-81EE-77D31B254EC3}" type="pres">
      <dgm:prSet presAssocID="{355BEAD7-0B86-4B2A-B03B-ECFF3113D999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BDC1F098-D9CE-40D6-BEA6-7E99016DF3F3}" type="pres">
      <dgm:prSet presAssocID="{355BEAD7-0B86-4B2A-B03B-ECFF3113D999}" presName="spaceRect" presStyleCnt="0"/>
      <dgm:spPr/>
    </dgm:pt>
    <dgm:pt modelId="{4D8B2D11-87F5-4157-99C0-6F83F4E026D8}" type="pres">
      <dgm:prSet presAssocID="{355BEAD7-0B86-4B2A-B03B-ECFF3113D999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C2FEFC12-4A99-4BC0-B0BD-C5A7A19887C1}" type="presOf" srcId="{984DA8D4-FFA5-4F99-B098-D4CBBF37F86B}" destId="{3E526C8A-EEC1-423F-ADF2-518B6E00D4EF}" srcOrd="0" destOrd="0" presId="urn:microsoft.com/office/officeart/2018/5/layout/IconLeafLabelList"/>
    <dgm:cxn modelId="{71AD1320-4D0B-450E-9C05-A53088628294}" type="presOf" srcId="{741001B6-57F0-48AC-AD5B-B5618BDC2D7A}" destId="{12A4DB59-F555-4BA1-BD0E-802DDC234B0F}" srcOrd="0" destOrd="0" presId="urn:microsoft.com/office/officeart/2018/5/layout/IconLeafLabelList"/>
    <dgm:cxn modelId="{115F9023-6104-4FD9-998B-6422039925FF}" srcId="{8A8F9D7B-8A75-4D9E-9279-F99B454501A7}" destId="{355BEAD7-0B86-4B2A-B03B-ECFF3113D999}" srcOrd="2" destOrd="0" parTransId="{7D886B63-306E-4A40-91C7-2547F9E7111B}" sibTransId="{99455F7F-CB66-4F85-810A-E464B16940E2}"/>
    <dgm:cxn modelId="{DDC06F2E-6A7F-4552-8A09-AADFF6FE7B19}" type="presOf" srcId="{8A8F9D7B-8A75-4D9E-9279-F99B454501A7}" destId="{03DE39CD-1682-4220-92CF-B1D6AA01A710}" srcOrd="0" destOrd="0" presId="urn:microsoft.com/office/officeart/2018/5/layout/IconLeafLabelList"/>
    <dgm:cxn modelId="{DC20B532-CD08-4376-8E84-66FC7D2E84B3}" srcId="{8A8F9D7B-8A75-4D9E-9279-F99B454501A7}" destId="{984DA8D4-FFA5-4F99-B098-D4CBBF37F86B}" srcOrd="1" destOrd="0" parTransId="{173DE973-1F9B-4035-9D8F-F561D8BAF80C}" sibTransId="{B0E0EB1E-B514-43AF-8E6E-39ABF5286260}"/>
    <dgm:cxn modelId="{FEA8B844-3E66-4CEA-BD25-63DDA6A82FEA}" type="presOf" srcId="{355BEAD7-0B86-4B2A-B03B-ECFF3113D999}" destId="{4D8B2D11-87F5-4157-99C0-6F83F4E026D8}" srcOrd="0" destOrd="0" presId="urn:microsoft.com/office/officeart/2018/5/layout/IconLeafLabelList"/>
    <dgm:cxn modelId="{370C8181-01CE-49CF-8CFA-BBC1763855B5}" srcId="{8A8F9D7B-8A75-4D9E-9279-F99B454501A7}" destId="{741001B6-57F0-48AC-AD5B-B5618BDC2D7A}" srcOrd="0" destOrd="0" parTransId="{BCEC1B07-2BC2-4A20-8042-3947281A41A2}" sibTransId="{D4D9227B-6C1D-4881-983F-1EBFAE5C0314}"/>
    <dgm:cxn modelId="{86BD1F4C-9CEB-4CE4-B082-E37CE532CE6B}" type="presParOf" srcId="{03DE39CD-1682-4220-92CF-B1D6AA01A710}" destId="{92B10B85-EB0D-466F-BEE2-FA43A2AB65B2}" srcOrd="0" destOrd="0" presId="urn:microsoft.com/office/officeart/2018/5/layout/IconLeafLabelList"/>
    <dgm:cxn modelId="{80F39C4C-C0D3-49FD-AF5D-6ACB6F4811A1}" type="presParOf" srcId="{92B10B85-EB0D-466F-BEE2-FA43A2AB65B2}" destId="{CD02785B-9D6B-4561-8DB0-0AB9CFB9739E}" srcOrd="0" destOrd="0" presId="urn:microsoft.com/office/officeart/2018/5/layout/IconLeafLabelList"/>
    <dgm:cxn modelId="{CE59F368-3057-41A3-BAE3-5E94B59B8077}" type="presParOf" srcId="{92B10B85-EB0D-466F-BEE2-FA43A2AB65B2}" destId="{A3698738-611C-42BE-9561-655094E1D8A5}" srcOrd="1" destOrd="0" presId="urn:microsoft.com/office/officeart/2018/5/layout/IconLeafLabelList"/>
    <dgm:cxn modelId="{50577C60-1BB9-4033-80C9-267502DC34AC}" type="presParOf" srcId="{92B10B85-EB0D-466F-BEE2-FA43A2AB65B2}" destId="{588B4D16-5634-49D3-B532-1E47A6921A24}" srcOrd="2" destOrd="0" presId="urn:microsoft.com/office/officeart/2018/5/layout/IconLeafLabelList"/>
    <dgm:cxn modelId="{E0EC98C0-F0EE-492E-8EE5-ED95A00CBD7B}" type="presParOf" srcId="{92B10B85-EB0D-466F-BEE2-FA43A2AB65B2}" destId="{12A4DB59-F555-4BA1-BD0E-802DDC234B0F}" srcOrd="3" destOrd="0" presId="urn:microsoft.com/office/officeart/2018/5/layout/IconLeafLabelList"/>
    <dgm:cxn modelId="{019933B8-5F9B-4343-B537-812622381524}" type="presParOf" srcId="{03DE39CD-1682-4220-92CF-B1D6AA01A710}" destId="{47C2ADCE-C007-4CF9-960E-52CE028885B7}" srcOrd="1" destOrd="0" presId="urn:microsoft.com/office/officeart/2018/5/layout/IconLeafLabelList"/>
    <dgm:cxn modelId="{EC79829F-9E6D-46AC-8356-038542AC6AD5}" type="presParOf" srcId="{03DE39CD-1682-4220-92CF-B1D6AA01A710}" destId="{0D5C3092-B3E8-4FB1-828D-ED22BF330F57}" srcOrd="2" destOrd="0" presId="urn:microsoft.com/office/officeart/2018/5/layout/IconLeafLabelList"/>
    <dgm:cxn modelId="{EDE51298-8C5B-4CC7-AF48-A31CB5DB927C}" type="presParOf" srcId="{0D5C3092-B3E8-4FB1-828D-ED22BF330F57}" destId="{B6DD046C-B3C3-4AE5-BC88-05B84F191223}" srcOrd="0" destOrd="0" presId="urn:microsoft.com/office/officeart/2018/5/layout/IconLeafLabelList"/>
    <dgm:cxn modelId="{760C8CEA-6459-49C7-8E0B-F9A0BD0FABBF}" type="presParOf" srcId="{0D5C3092-B3E8-4FB1-828D-ED22BF330F57}" destId="{271A3874-0D7E-49B7-AF54-49341EC919AB}" srcOrd="1" destOrd="0" presId="urn:microsoft.com/office/officeart/2018/5/layout/IconLeafLabelList"/>
    <dgm:cxn modelId="{3960B05F-34A9-4E20-BC67-8305FD7A48FB}" type="presParOf" srcId="{0D5C3092-B3E8-4FB1-828D-ED22BF330F57}" destId="{0C05EFA6-1784-4279-97CF-E5F0008EB2FE}" srcOrd="2" destOrd="0" presId="urn:microsoft.com/office/officeart/2018/5/layout/IconLeafLabelList"/>
    <dgm:cxn modelId="{41CF2C9A-377C-4206-A95D-ADDB6127B45F}" type="presParOf" srcId="{0D5C3092-B3E8-4FB1-828D-ED22BF330F57}" destId="{3E526C8A-EEC1-423F-ADF2-518B6E00D4EF}" srcOrd="3" destOrd="0" presId="urn:microsoft.com/office/officeart/2018/5/layout/IconLeafLabelList"/>
    <dgm:cxn modelId="{4107CDC1-5F1E-4468-A32E-806EE59D4E31}" type="presParOf" srcId="{03DE39CD-1682-4220-92CF-B1D6AA01A710}" destId="{9C7FBA7E-4442-4BDA-810E-3439442AE931}" srcOrd="3" destOrd="0" presId="urn:microsoft.com/office/officeart/2018/5/layout/IconLeafLabelList"/>
    <dgm:cxn modelId="{F68DFED8-D76D-4E6C-8721-D62F15D7FE86}" type="presParOf" srcId="{03DE39CD-1682-4220-92CF-B1D6AA01A710}" destId="{5051ACFF-5ED8-4418-BDAB-E2E2E0EA38B6}" srcOrd="4" destOrd="0" presId="urn:microsoft.com/office/officeart/2018/5/layout/IconLeafLabelList"/>
    <dgm:cxn modelId="{F174F0A9-6817-440D-BB0E-9DD5A6E005AF}" type="presParOf" srcId="{5051ACFF-5ED8-4418-BDAB-E2E2E0EA38B6}" destId="{F481690E-CFBF-4217-A7BF-8E51286FB2D7}" srcOrd="0" destOrd="0" presId="urn:microsoft.com/office/officeart/2018/5/layout/IconLeafLabelList"/>
    <dgm:cxn modelId="{C2304629-29C7-4BE2-A5AD-49B7D0AC0C7B}" type="presParOf" srcId="{5051ACFF-5ED8-4418-BDAB-E2E2E0EA38B6}" destId="{8B4288A9-1C84-4A2E-81EE-77D31B254EC3}" srcOrd="1" destOrd="0" presId="urn:microsoft.com/office/officeart/2018/5/layout/IconLeafLabelList"/>
    <dgm:cxn modelId="{85D92B06-8686-4F59-AEFD-02174F21C5A9}" type="presParOf" srcId="{5051ACFF-5ED8-4418-BDAB-E2E2E0EA38B6}" destId="{BDC1F098-D9CE-40D6-BEA6-7E99016DF3F3}" srcOrd="2" destOrd="0" presId="urn:microsoft.com/office/officeart/2018/5/layout/IconLeafLabelList"/>
    <dgm:cxn modelId="{E9F87F88-DC85-4746-A9E3-149148A51A8E}" type="presParOf" srcId="{5051ACFF-5ED8-4418-BDAB-E2E2E0EA38B6}" destId="{4D8B2D11-87F5-4157-99C0-6F83F4E026D8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A66AA30-70EA-41D4-8A6A-7C565971B2A5}">
      <dsp:nvSpPr>
        <dsp:cNvPr id="0" name=""/>
        <dsp:cNvSpPr/>
      </dsp:nvSpPr>
      <dsp:spPr>
        <a:xfrm>
          <a:off x="991567" y="661563"/>
          <a:ext cx="792286" cy="71"/>
        </a:xfrm>
        <a:prstGeom prst="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175BE4F-35B2-43C4-8458-F6F8D6DD400A}">
      <dsp:nvSpPr>
        <dsp:cNvPr id="0" name=""/>
        <dsp:cNvSpPr/>
      </dsp:nvSpPr>
      <dsp:spPr>
        <a:xfrm>
          <a:off x="1831390" y="595047"/>
          <a:ext cx="91112" cy="171133"/>
        </a:xfrm>
        <a:prstGeom prst="chevron">
          <a:avLst>
            <a:gd name="adj" fmla="val 90000"/>
          </a:avLst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DD95D44-BE59-4F2C-86FA-1D66AEE47F9F}">
      <dsp:nvSpPr>
        <dsp:cNvPr id="0" name=""/>
        <dsp:cNvSpPr/>
      </dsp:nvSpPr>
      <dsp:spPr>
        <a:xfrm>
          <a:off x="499959" y="269027"/>
          <a:ext cx="785143" cy="785143"/>
        </a:xfrm>
        <a:prstGeom prst="ellips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0468" tIns="30468" rIns="30468" bIns="30468" numCol="1" spcCol="1270" anchor="ctr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900" kern="1200"/>
            <a:t>1</a:t>
          </a:r>
        </a:p>
      </dsp:txBody>
      <dsp:txXfrm>
        <a:off x="614941" y="384009"/>
        <a:ext cx="555179" cy="555179"/>
      </dsp:txXfrm>
    </dsp:sp>
    <dsp:sp modelId="{7061E06D-A0C3-4B62-B9D9-6BA2DF27C807}">
      <dsp:nvSpPr>
        <dsp:cNvPr id="0" name=""/>
        <dsp:cNvSpPr/>
      </dsp:nvSpPr>
      <dsp:spPr>
        <a:xfrm>
          <a:off x="1209" y="1219771"/>
          <a:ext cx="1782644" cy="1965600"/>
        </a:xfrm>
        <a:prstGeom prst="upArrowCallout">
          <a:avLst>
            <a:gd name="adj1" fmla="val 50000"/>
            <a:gd name="adj2" fmla="val 20000"/>
            <a:gd name="adj3" fmla="val 20000"/>
            <a:gd name="adj4" fmla="val 100000"/>
          </a:avLst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0617" tIns="165100" rIns="140617" bIns="165100" numCol="1" spcCol="1270" anchor="t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BR" sz="2800" kern="1200"/>
        </a:p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800" b="1" kern="1200"/>
            <a:t>Objetivo</a:t>
          </a:r>
          <a:r>
            <a:rPr lang="pt-BR" sz="1100" b="1" kern="1200"/>
            <a:t>.</a:t>
          </a:r>
          <a:endParaRPr lang="en-US" sz="1100" b="1" kern="1200"/>
        </a:p>
      </dsp:txBody>
      <dsp:txXfrm>
        <a:off x="1209" y="1576300"/>
        <a:ext cx="1782644" cy="1609071"/>
      </dsp:txXfrm>
    </dsp:sp>
    <dsp:sp modelId="{09938825-02A0-4DDB-A73D-2C380EBB4456}">
      <dsp:nvSpPr>
        <dsp:cNvPr id="0" name=""/>
        <dsp:cNvSpPr/>
      </dsp:nvSpPr>
      <dsp:spPr>
        <a:xfrm>
          <a:off x="1981925" y="661563"/>
          <a:ext cx="1782644" cy="71"/>
        </a:xfrm>
        <a:prstGeom prst="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885479A-CDE4-44CF-87E7-1F379BABE571}">
      <dsp:nvSpPr>
        <dsp:cNvPr id="0" name=""/>
        <dsp:cNvSpPr/>
      </dsp:nvSpPr>
      <dsp:spPr>
        <a:xfrm>
          <a:off x="3812107" y="595047"/>
          <a:ext cx="91112" cy="171133"/>
        </a:xfrm>
        <a:prstGeom prst="chevron">
          <a:avLst>
            <a:gd name="adj" fmla="val 90000"/>
          </a:avLst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C44E1C2-7C53-4698-9251-A0994DB2CE32}">
      <dsp:nvSpPr>
        <dsp:cNvPr id="0" name=""/>
        <dsp:cNvSpPr/>
      </dsp:nvSpPr>
      <dsp:spPr>
        <a:xfrm>
          <a:off x="2480675" y="269027"/>
          <a:ext cx="785143" cy="785143"/>
        </a:xfrm>
        <a:prstGeom prst="ellips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0468" tIns="30468" rIns="30468" bIns="30468" numCol="1" spcCol="1270" anchor="ctr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900" kern="1200"/>
            <a:t>2</a:t>
          </a:r>
        </a:p>
      </dsp:txBody>
      <dsp:txXfrm>
        <a:off x="2595657" y="384009"/>
        <a:ext cx="555179" cy="555179"/>
      </dsp:txXfrm>
    </dsp:sp>
    <dsp:sp modelId="{FDBB2426-25B9-499D-AE80-27150F3CAC64}">
      <dsp:nvSpPr>
        <dsp:cNvPr id="0" name=""/>
        <dsp:cNvSpPr/>
      </dsp:nvSpPr>
      <dsp:spPr>
        <a:xfrm>
          <a:off x="1981925" y="1219771"/>
          <a:ext cx="1782644" cy="1965600"/>
        </a:xfrm>
        <a:prstGeom prst="upArrowCallout">
          <a:avLst>
            <a:gd name="adj1" fmla="val 50000"/>
            <a:gd name="adj2" fmla="val 20000"/>
            <a:gd name="adj3" fmla="val 20000"/>
            <a:gd name="adj4" fmla="val 100000"/>
          </a:avLst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0617" tIns="165100" rIns="140617" bIns="16510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BR" sz="1900" kern="1200"/>
        </a:p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900" kern="1200"/>
            <a:t>Extração e exploração de dados</a:t>
          </a:r>
          <a:endParaRPr lang="en-US" sz="1900" kern="1200"/>
        </a:p>
      </dsp:txBody>
      <dsp:txXfrm>
        <a:off x="1981925" y="1576300"/>
        <a:ext cx="1782644" cy="1609071"/>
      </dsp:txXfrm>
    </dsp:sp>
    <dsp:sp modelId="{8F4EF36C-2947-4E49-AEF4-70FE6B2B531B}">
      <dsp:nvSpPr>
        <dsp:cNvPr id="0" name=""/>
        <dsp:cNvSpPr/>
      </dsp:nvSpPr>
      <dsp:spPr>
        <a:xfrm>
          <a:off x="3962641" y="661563"/>
          <a:ext cx="1782644" cy="72"/>
        </a:xfrm>
        <a:prstGeom prst="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B4674E6-A8FD-4805-B6C9-4E730EF88A52}">
      <dsp:nvSpPr>
        <dsp:cNvPr id="0" name=""/>
        <dsp:cNvSpPr/>
      </dsp:nvSpPr>
      <dsp:spPr>
        <a:xfrm>
          <a:off x="5792823" y="595047"/>
          <a:ext cx="91112" cy="171133"/>
        </a:xfrm>
        <a:prstGeom prst="chevron">
          <a:avLst>
            <a:gd name="adj" fmla="val 90000"/>
          </a:avLst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054CB82-7456-49B9-91B5-79317E8D265F}">
      <dsp:nvSpPr>
        <dsp:cNvPr id="0" name=""/>
        <dsp:cNvSpPr/>
      </dsp:nvSpPr>
      <dsp:spPr>
        <a:xfrm>
          <a:off x="4461391" y="269027"/>
          <a:ext cx="785143" cy="785143"/>
        </a:xfrm>
        <a:prstGeom prst="ellips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0468" tIns="30468" rIns="30468" bIns="30468" numCol="1" spcCol="1270" anchor="ctr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900" kern="1200"/>
            <a:t>3</a:t>
          </a:r>
        </a:p>
      </dsp:txBody>
      <dsp:txXfrm>
        <a:off x="4576373" y="384009"/>
        <a:ext cx="555179" cy="555179"/>
      </dsp:txXfrm>
    </dsp:sp>
    <dsp:sp modelId="{FD17A401-73DC-45B4-B99E-42A7F0F6ABED}">
      <dsp:nvSpPr>
        <dsp:cNvPr id="0" name=""/>
        <dsp:cNvSpPr/>
      </dsp:nvSpPr>
      <dsp:spPr>
        <a:xfrm>
          <a:off x="3962641" y="1219771"/>
          <a:ext cx="1782644" cy="1965600"/>
        </a:xfrm>
        <a:prstGeom prst="upArrowCallout">
          <a:avLst>
            <a:gd name="adj1" fmla="val 50000"/>
            <a:gd name="adj2" fmla="val 20000"/>
            <a:gd name="adj3" fmla="val 20000"/>
            <a:gd name="adj4" fmla="val 100000"/>
          </a:avLst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0617" tIns="165100" rIns="140617" bIns="165100" numCol="1" spcCol="1270" anchor="t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BR" sz="1900" kern="1200" dirty="0"/>
        </a:p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900" kern="1200" dirty="0"/>
            <a:t>Modelagens</a:t>
          </a:r>
          <a:endParaRPr lang="en-US" sz="1900" kern="1200" dirty="0"/>
        </a:p>
      </dsp:txBody>
      <dsp:txXfrm>
        <a:off x="3962641" y="1576300"/>
        <a:ext cx="1782644" cy="1609071"/>
      </dsp:txXfrm>
    </dsp:sp>
    <dsp:sp modelId="{D8F6E29E-636D-41CE-A3DB-3B3B409F4ED4}">
      <dsp:nvSpPr>
        <dsp:cNvPr id="0" name=""/>
        <dsp:cNvSpPr/>
      </dsp:nvSpPr>
      <dsp:spPr>
        <a:xfrm>
          <a:off x="5943357" y="661563"/>
          <a:ext cx="1782644" cy="72"/>
        </a:xfrm>
        <a:prstGeom prst="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74AB86D-19EE-4921-ABD7-EE2F65C7E303}">
      <dsp:nvSpPr>
        <dsp:cNvPr id="0" name=""/>
        <dsp:cNvSpPr/>
      </dsp:nvSpPr>
      <dsp:spPr>
        <a:xfrm>
          <a:off x="7773539" y="595047"/>
          <a:ext cx="91112" cy="171133"/>
        </a:xfrm>
        <a:prstGeom prst="chevron">
          <a:avLst>
            <a:gd name="adj" fmla="val 90000"/>
          </a:avLst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DA270CC-BF7E-4043-88E0-86B4DB00AD5D}">
      <dsp:nvSpPr>
        <dsp:cNvPr id="0" name=""/>
        <dsp:cNvSpPr/>
      </dsp:nvSpPr>
      <dsp:spPr>
        <a:xfrm>
          <a:off x="6442107" y="269027"/>
          <a:ext cx="785143" cy="785143"/>
        </a:xfrm>
        <a:prstGeom prst="ellips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0468" tIns="30468" rIns="30468" bIns="30468" numCol="1" spcCol="1270" anchor="ctr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900" kern="1200"/>
            <a:t>4</a:t>
          </a:r>
        </a:p>
      </dsp:txBody>
      <dsp:txXfrm>
        <a:off x="6557089" y="384009"/>
        <a:ext cx="555179" cy="555179"/>
      </dsp:txXfrm>
    </dsp:sp>
    <dsp:sp modelId="{64D236A3-E769-4090-8183-85E911B78AE0}">
      <dsp:nvSpPr>
        <dsp:cNvPr id="0" name=""/>
        <dsp:cNvSpPr/>
      </dsp:nvSpPr>
      <dsp:spPr>
        <a:xfrm>
          <a:off x="5943357" y="1219771"/>
          <a:ext cx="1782644" cy="1965600"/>
        </a:xfrm>
        <a:prstGeom prst="upArrowCallout">
          <a:avLst>
            <a:gd name="adj1" fmla="val 50000"/>
            <a:gd name="adj2" fmla="val 20000"/>
            <a:gd name="adj3" fmla="val 20000"/>
            <a:gd name="adj4" fmla="val 100000"/>
          </a:avLst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0617" tIns="165100" rIns="140617" bIns="16510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BR" sz="1900" kern="1200"/>
        </a:p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900" kern="1200"/>
            <a:t>Validação do modelo</a:t>
          </a:r>
          <a:endParaRPr lang="en-US" sz="1900" kern="1200"/>
        </a:p>
      </dsp:txBody>
      <dsp:txXfrm>
        <a:off x="5943357" y="1576300"/>
        <a:ext cx="1782644" cy="1609071"/>
      </dsp:txXfrm>
    </dsp:sp>
    <dsp:sp modelId="{969C9F6C-CF94-4D4A-83BD-7A53290CB2B2}">
      <dsp:nvSpPr>
        <dsp:cNvPr id="0" name=""/>
        <dsp:cNvSpPr/>
      </dsp:nvSpPr>
      <dsp:spPr>
        <a:xfrm>
          <a:off x="7924073" y="661563"/>
          <a:ext cx="891322" cy="72"/>
        </a:xfrm>
        <a:prstGeom prst="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AF8901C-9F11-4631-A638-078A29C8ED8F}">
      <dsp:nvSpPr>
        <dsp:cNvPr id="0" name=""/>
        <dsp:cNvSpPr/>
      </dsp:nvSpPr>
      <dsp:spPr>
        <a:xfrm>
          <a:off x="8422824" y="269027"/>
          <a:ext cx="785143" cy="785143"/>
        </a:xfrm>
        <a:prstGeom prst="ellips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0468" tIns="30468" rIns="30468" bIns="30468" numCol="1" spcCol="1270" anchor="ctr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900" kern="1200"/>
            <a:t>5</a:t>
          </a:r>
        </a:p>
      </dsp:txBody>
      <dsp:txXfrm>
        <a:off x="8537806" y="384009"/>
        <a:ext cx="555179" cy="555179"/>
      </dsp:txXfrm>
    </dsp:sp>
    <dsp:sp modelId="{36C66D18-05CF-4849-B1D8-BE7AC7B94CAB}">
      <dsp:nvSpPr>
        <dsp:cNvPr id="0" name=""/>
        <dsp:cNvSpPr/>
      </dsp:nvSpPr>
      <dsp:spPr>
        <a:xfrm>
          <a:off x="7924073" y="1219771"/>
          <a:ext cx="1782644" cy="1965600"/>
        </a:xfrm>
        <a:prstGeom prst="upArrowCallout">
          <a:avLst>
            <a:gd name="adj1" fmla="val 50000"/>
            <a:gd name="adj2" fmla="val 20000"/>
            <a:gd name="adj3" fmla="val 20000"/>
            <a:gd name="adj4" fmla="val 100000"/>
          </a:avLst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0617" tIns="165100" rIns="140617" bIns="16510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BR" sz="1900" kern="1200"/>
        </a:p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900" kern="1200"/>
            <a:t>Implementação, apresentação do produto</a:t>
          </a:r>
          <a:endParaRPr lang="en-US" sz="1900" kern="1200"/>
        </a:p>
      </dsp:txBody>
      <dsp:txXfrm>
        <a:off x="7924073" y="1576300"/>
        <a:ext cx="1782644" cy="160907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D02785B-9D6B-4561-8DB0-0AB9CFB9739E}">
      <dsp:nvSpPr>
        <dsp:cNvPr id="0" name=""/>
        <dsp:cNvSpPr/>
      </dsp:nvSpPr>
      <dsp:spPr>
        <a:xfrm>
          <a:off x="670883" y="48410"/>
          <a:ext cx="2093062" cy="2093062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3698738-611C-42BE-9561-655094E1D8A5}">
      <dsp:nvSpPr>
        <dsp:cNvPr id="0" name=""/>
        <dsp:cNvSpPr/>
      </dsp:nvSpPr>
      <dsp:spPr>
        <a:xfrm>
          <a:off x="1116946" y="494472"/>
          <a:ext cx="1200937" cy="120093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2A4DB59-F555-4BA1-BD0E-802DDC234B0F}">
      <dsp:nvSpPr>
        <dsp:cNvPr id="0" name=""/>
        <dsp:cNvSpPr/>
      </dsp:nvSpPr>
      <dsp:spPr>
        <a:xfrm>
          <a:off x="1789" y="2793410"/>
          <a:ext cx="3431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557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pt-BR" sz="26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Cientista de Dados</a:t>
          </a:r>
          <a:endParaRPr lang="en-US" sz="2600" b="1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>
        <a:off x="1789" y="2793410"/>
        <a:ext cx="3431250" cy="720000"/>
      </dsp:txXfrm>
    </dsp:sp>
    <dsp:sp modelId="{B6DD046C-B3C3-4AE5-BC88-05B84F191223}">
      <dsp:nvSpPr>
        <dsp:cNvPr id="0" name=""/>
        <dsp:cNvSpPr/>
      </dsp:nvSpPr>
      <dsp:spPr>
        <a:xfrm>
          <a:off x="4702602" y="48410"/>
          <a:ext cx="2093062" cy="2093062"/>
        </a:xfrm>
        <a:prstGeom prst="round2DiagRect">
          <a:avLst>
            <a:gd name="adj1" fmla="val 29727"/>
            <a:gd name="adj2" fmla="val 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71A3874-0D7E-49B7-AF54-49341EC919AB}">
      <dsp:nvSpPr>
        <dsp:cNvPr id="0" name=""/>
        <dsp:cNvSpPr/>
      </dsp:nvSpPr>
      <dsp:spPr>
        <a:xfrm>
          <a:off x="5148664" y="494472"/>
          <a:ext cx="1200937" cy="120093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E526C8A-EEC1-423F-ADF2-518B6E00D4EF}">
      <dsp:nvSpPr>
        <dsp:cNvPr id="0" name=""/>
        <dsp:cNvSpPr/>
      </dsp:nvSpPr>
      <dsp:spPr>
        <a:xfrm>
          <a:off x="4033508" y="2793410"/>
          <a:ext cx="3431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557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pt-BR" sz="26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Engenheiro de dados </a:t>
          </a:r>
          <a:endParaRPr lang="en-US" sz="2600" b="1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>
        <a:off x="4033508" y="2793410"/>
        <a:ext cx="3431250" cy="720000"/>
      </dsp:txXfrm>
    </dsp:sp>
    <dsp:sp modelId="{F481690E-CFBF-4217-A7BF-8E51286FB2D7}">
      <dsp:nvSpPr>
        <dsp:cNvPr id="0" name=""/>
        <dsp:cNvSpPr/>
      </dsp:nvSpPr>
      <dsp:spPr>
        <a:xfrm>
          <a:off x="8734321" y="48410"/>
          <a:ext cx="2093062" cy="2093062"/>
        </a:xfrm>
        <a:prstGeom prst="round2DiagRect">
          <a:avLst>
            <a:gd name="adj1" fmla="val 29727"/>
            <a:gd name="adj2" fmla="val 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B4288A9-1C84-4A2E-81EE-77D31B254EC3}">
      <dsp:nvSpPr>
        <dsp:cNvPr id="0" name=""/>
        <dsp:cNvSpPr/>
      </dsp:nvSpPr>
      <dsp:spPr>
        <a:xfrm>
          <a:off x="9180383" y="494472"/>
          <a:ext cx="1200937" cy="120093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D8B2D11-87F5-4157-99C0-6F83F4E026D8}">
      <dsp:nvSpPr>
        <dsp:cNvPr id="0" name=""/>
        <dsp:cNvSpPr/>
      </dsp:nvSpPr>
      <dsp:spPr>
        <a:xfrm>
          <a:off x="8065227" y="2793410"/>
          <a:ext cx="3431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557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pt-BR" sz="26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Engenheiro </a:t>
          </a:r>
          <a:r>
            <a:rPr lang="pt-BR" sz="2600" b="1" kern="1200" dirty="0" err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Machine</a:t>
          </a:r>
          <a:r>
            <a:rPr lang="pt-BR" sz="26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 Learning </a:t>
          </a:r>
          <a:endParaRPr lang="en-US" sz="2600" b="1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>
        <a:off x="8065227" y="2793410"/>
        <a:ext cx="343125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LinearArrowProcessNumbered">
  <dgm:title val="Linear Arrow Process Numbered"/>
  <dgm:desc val="Used to show a progression; a timeline; sequential steps in a task, process, or workflow; or to emphasize movement or direction. Automatic numbers have been introduced to show the steps of the process which appears in a circle. Level 1 and Level 2 text appear in a shape called UpArrowCallout. Also the nodes are connected by an arrow like shape emphasizing the process natur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3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w" for="ch" forName="compositeNode" refType="w"/>
      <dgm:constr type="h" for="ch" forName="compositeNode" op="equ"/>
      <dgm:constr type="w" for="ch" forName="sibTransComposite" refType="w" refFor="ch" refForName="compositeNode" fact="0"/>
      <dgm:constr type="w" for="des" forName="parTx"/>
      <dgm:constr type="h" for="des" forName="parTx" op="equ"/>
      <dgm:constr type="h" for="des" forName="parSh" op="equ"/>
      <dgm:constr type="w" for="des" forName="nodeText"/>
      <dgm:constr type="h" for="des" forName="nodeText" op="equ"/>
      <dgm:constr type="w" for="des" forName="parSh"/>
      <dgm:constr type="w" for="des" forName="parSh" op="equ"/>
      <dgm:constr type="primFontSz" for="des" forName="parTx" val="26"/>
      <dgm:constr type="primFontSz" for="des" forName="parTx" op="equ"/>
      <dgm:constr type="primFontSz" for="des" forName="parSh" op="equ"/>
      <dgm:constr type="primFontSz" for="des" forName="nodeText" op="equ"/>
      <dgm:constr type="secFontSz" for="des" forName="nodeText" op="equ"/>
      <dgm:constr type="primFontSz" for="des" forName="sibTransNodeCircle" op="equ"/>
      <dgm:constr type="h" for="des" forName="sibTransNodeCircle" op="equ"/>
      <dgm:constr type="w" for="des" forName="sibTransNodeCircle" op="equ"/>
      <dgm:constr type="h" for="des" forName="parTx" refType="primFontSz" refFor="des" refForName="parTx" fact="1.5"/>
      <dgm:constr type="h" for="ch" forName="compositeNode" refType="h"/>
      <dgm:constr type="h" for="des" forName="parSh" refType="w"/>
      <dgm:constr type="h" for="des" forName="nodeText" refType="primFontSz" refFor="des" refForName="parTx" fact="2.1"/>
      <dgm:constr type="h" for="des" forName="parSh" refType="h" refFor="des" refForName="parTx" op="lte" fact="1.2"/>
      <dgm:constr type="h" for="des" forName="parSh" refType="h" refFor="des" refForName="parTx" op="gte" fact="1.2"/>
    </dgm:constrLst>
    <dgm:ruleLst>
      <dgm:rule type="primFontSz" for="des" forName="parSh" val="5" fact="NaN" max="NaN"/>
    </dgm:ruleLst>
    <dgm:forEach name="Name3" axis="ch" ptType="node">
      <dgm:layoutNode name="compositeNode">
        <dgm:alg type="composite"/>
        <dgm:shape xmlns:r="http://schemas.openxmlformats.org/officeDocument/2006/relationships" r:blip="">
          <dgm:adjLst/>
        </dgm:shape>
        <dgm:presOf/>
        <dgm:choose name="Name004">
          <dgm:if name="Name5" axis="self" ptType="node" func="cnt" op="equ" val="0">
            <dgm:constrLst>
              <dgm:constr type="w" for="ch" forName="parTx" refType="w"/>
              <dgm:constr type="w" for="ch" forName="parSh" refType="w" refFor="ch" refForName="parTx"/>
              <dgm:constr type="w" for="ch" forName="nodeText" refType="w" refFor="ch" refForName="parTx"/>
              <dgm:constr type="t" for="ch" forName="nodeText" refType="b" refFor="ch" refForName="parSh"/>
            </dgm:constrLst>
          </dgm:if>
          <dgm:else name="Name6">
            <dgm:constrLst>
              <dgm:constr type="w" for="ch" forName="parTx" refType="w"/>
              <dgm:constr type="w" for="ch" forName="parSh" refType="w" refFor="ch" refForName="parTx"/>
              <dgm:constr type="w" for="ch" forName="nodeText" refType="w" refFor="ch" refForName="parTx" fact="0.9"/>
              <dgm:constr type="t" for="ch" forName="nodeText" refType="b" refFor="ch" refForName="parSh"/>
            </dgm:constrLst>
          </dgm:else>
        </dgm:choose>
        <dgm:ruleLst>
          <dgm:rule type="h" val="INF" fact="NaN" max="NaN"/>
        </dgm:ruleLst>
        <dgm:layoutNode name="parTx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zOrderOff="1" hideGeom="1">
            <dgm:adjLst/>
          </dgm:shape>
          <dgm:presOf/>
          <dgm:constrLst>
            <dgm:constr type="h" refType="w" op="lte" fact="0.4"/>
            <dgm:constr type="h"/>
          </dgm:constrLst>
          <dgm:ruleLst>
            <dgm:rule type="h" val="INF" fact="NaN" max="NaN"/>
          </dgm:ruleLst>
        </dgm:layoutNode>
        <dgm:layoutNode name="parSh">
          <dgm:alg type="composite"/>
          <dgm:shape xmlns:r="http://schemas.openxmlformats.org/officeDocument/2006/relationships" r:blip="">
            <dgm:adjLst/>
          </dgm:shape>
          <dgm:presOf axis="self" ptType="node"/>
          <dgm:choose name="casesForFirstAndLastNode">
            <dgm:if name="ifFirstNode" axis="self" ptType="node" func="pos" op="equ" val="1">
              <dgm:choose name="removeLineWhenOnlyOneNode">
                <dgm:if name="ifOnlyOneNode" axis="followSib" ptType="node" func="cnt" op="equ" val="0">
                  <dgm:constrLst>
                    <dgm:constr type="h"/>
                    <dgm:constr type="h" for="ch" forName="lineNode" val="0.002"/>
                    <dgm:constr type="w" for="ch" forName="lineNode" refType="w" fact="0"/>
                    <dgm:constr type="w" for="ch" forName="lineArrowNode" refType="w" fact="0"/>
                    <dgm:constr type="h" for="ch" forName="lineArrowNode" refType="h" fact="0"/>
                    <dgm:constr type="ctrY" for="ch" forName="lineNode" refType="ctrY" refFor="ch" refForName="sibTransNodeCircle"/>
                    <dgm:constr type="h" for="ch" forName="sibTransNodeCircle" refType="h" fact="0.9"/>
                    <dgm:constr type="w" for="ch" forName="sibTransNodeCircle" refType="h" refFor="ch" refForName="sibTransNodeCircle"/>
                    <dgm:constr type="ctrX" for="ch" forName="sibTransNodeCircle" refType="w" fact="0.45"/>
                    <dgm:constr type="ctrY" for="ch" forName="sibTransNodeCircle" refType="h" fact="0.25"/>
                    <dgm:constr type="t" for="ch" forName="spacerBetweenCircleAndCallout" refType="b" refFor="ch" refForName="sibTransNodeCircle"/>
                    <dgm:constr type="h" for="ch" forName="spacerBetweenCircleAndCallout" val="4.6"/>
                  </dgm:constrLst>
                </dgm:if>
                <dgm:else name="ifMoreThanOneNode">
                  <dgm:constrLst>
                    <dgm:constr type="h"/>
                    <dgm:constr type="h" for="ch" forName="lineNode" val="0.002"/>
                    <dgm:constr type="w" for="ch" forName="lineNode" refType="w" fact="0.4"/>
                    <dgm:constr type="l" for="ch" forName="lineNode" refType="w" fact="0.5"/>
                    <dgm:constr type="w" for="ch" forName="lineArrowNode" refType="w" fact="0.046"/>
                    <dgm:constr type="h" for="ch" forName="lineArrowNode" refType="h" fact="0.18"/>
                    <dgm:constr type="l" for="ch" forName="lineArrowNode" refType="w" fact="0.924"/>
                    <dgm:constr type="t" for="ch" forName="lineArrowNode" refType="h" fact="0.18"/>
                    <dgm:constr type="ctrY" for="ch" forName="lineNode" refType="ctrY" refFor="ch" refForName="sibTransNodeCircle"/>
                    <dgm:constr type="h" for="ch" forName="sibTransNodeCircle" refType="h" fact="0.9"/>
                    <dgm:constr type="w" for="ch" forName="sibTransNodeCircle" refType="h" refFor="ch" refForName="sibTransNodeCircle"/>
                    <dgm:constr type="ctrX" for="ch" forName="sibTransNodeCircle" refType="w" fact="0.45"/>
                    <dgm:constr type="ctrY" for="ch" forName="sibTransNodeCircle" refType="h" fact="0.25"/>
                    <dgm:constr type="t" for="ch" forName="spacerBetweenCircleAndCallout" refType="b" refFor="ch" refForName="sibTransNodeCircle"/>
                    <dgm:constr type="h" for="ch" forName="spacerBetweenCircleAndCallout" val="4.6"/>
                  </dgm:constrLst>
                </dgm:else>
              </dgm:choose>
            </dgm:if>
            <dgm:if name="ifLastNode" axis="self" ptType="node" func="revPos" op="equ" val="1">
              <dgm:constrLst>
                <dgm:constr type="h"/>
                <dgm:constr type="h" for="ch" forName="lineNode" val="0.002"/>
                <dgm:constr type="w" for="ch" forName="lineNode" refType="w" fact="0.45"/>
                <dgm:constr type="w" for="ch" forName="lineArrowNode" refType="w" fact="0"/>
                <dgm:constr type="h" for="ch" forName="lineArrowNode" refType="h" fact="0"/>
                <dgm:constr type="ctrY" for="ch" forName="lineNode" refType="ctrY" refFor="ch" refForName="sibTransNodeCircle"/>
                <dgm:constr type="h" for="ch" forName="sibTransNodeCircle" refType="h"/>
                <dgm:constr type="w" for="ch" forName="sibTransNodeCircle" refType="h" refFor="ch" refForName="sibTransNodeCircle"/>
                <dgm:constr type="ctrX" for="ch" forName="sibTransNodeCircle" refType="w" fact="0.45"/>
                <dgm:constr type="ctrY" for="ch" forName="sibTransNodeCircle" refType="h" fact="0.25"/>
                <dgm:constr type="t" for="ch" forName="spacerBetweenCircleAndCallout" refType="b" refFor="ch" refForName="sibTransNodeCircle"/>
                <dgm:constr type="h" for="ch" forName="spacerBetweenCircleAndCallout" val="4.6"/>
              </dgm:constrLst>
            </dgm:if>
            <dgm:else name="allOtherNodes">
              <dgm:constrLst>
                <dgm:constr type="h"/>
                <dgm:constr type="h" for="ch" forName="lineNode" val="0.002"/>
                <dgm:constr type="w" for="ch" forName="lineNode" refType="w" fact="0.9"/>
                <dgm:constr type="w" for="ch" forName="lineArrowNode" refType="w" fact="0.046"/>
                <dgm:constr type="h" for="ch" forName="lineArrowNode" refType="h" fact="0.18"/>
                <dgm:constr type="l" for="ch" forName="lineArrowNode" refType="w" fact="0.924"/>
                <dgm:constr type="t" for="ch" forName="lineArrowNode" refType="h" fact="0.18"/>
                <dgm:constr type="ctrY" for="ch" forName="lineNode" refType="ctrY" refFor="ch" refForName="sibTransNodeCircle"/>
                <dgm:constr type="h" for="ch" forName="sibTransNodeCircle" refType="h" fact="0.9"/>
                <dgm:constr type="w" for="ch" forName="sibTransNodeCircle" refType="h" refFor="ch" refForName="sibTransNodeCircle"/>
                <dgm:constr type="ctrX" for="ch" forName="sibTransNodeCircle" refType="w" fact="0.45"/>
                <dgm:constr type="ctrY" for="ch" forName="sibTransNodeCircle" refType="h" fact="0.25"/>
                <dgm:constr type="t" for="ch" forName="spacerBetweenCircleAndCallout" refType="b" refFor="ch" refForName="sibTransNodeCircle"/>
                <dgm:constr type="h" for="ch" forName="spacerBetweenCircleAndCallout" val="4.6"/>
              </dgm:constrLst>
            </dgm:else>
          </dgm:choose>
          <dgm:layoutNode name="lineNode" styleLbl="alignAccFollowNode1">
            <dgm:alg type="sp"/>
            <dgm:shape xmlns:r="http://schemas.openxmlformats.org/officeDocument/2006/relationships" type="rect" r:blip="">
              <dgm:adjLst/>
            </dgm:shape>
            <dgm:presOf/>
            <dgm:constrLst/>
            <dgm:ruleLst/>
          </dgm:layoutNode>
          <dgm:layoutNode name="lineArrowNode" styleLbl="alignAccFollowNode1">
            <dgm:alg type="sp"/>
            <dgm:shape xmlns:r="http://schemas.openxmlformats.org/officeDocument/2006/relationships" type="chevron" r:blip="">
              <dgm:adjLst>
                <dgm:adj idx="1" val="0.9"/>
              </dgm:adjLst>
            </dgm:shape>
            <dgm:presOf/>
            <dgm:ruleLst/>
          </dgm:layoutNode>
          <dgm:forEach name="Name19" axis="followSib" ptType="sibTrans" hideLastTrans="0" cnt="1">
            <dgm:layoutNode name="sibTransNodeCircle" styleLbl="alignNode1">
              <dgm:varLst>
                <dgm:chMax val="0"/>
                <dgm:bulletEnabled/>
              </dgm:varLst>
              <dgm:presOf axis="self" ptType="sibTrans"/>
              <dgm:alg type="tx">
                <dgm:param type="txAnchorVert" val="mid"/>
                <dgm:param type="txAnchorHorzCh" val="ctr"/>
                <dgm:param type="parTxRTLAlign" val="l"/>
              </dgm:alg>
              <dgm:shape xmlns:r="http://schemas.openxmlformats.org/officeDocument/2006/relationships" type="ellipse" r:blip="">
                <dgm:adjLst/>
              </dgm:shape>
              <dgm:constrLst>
                <dgm:constr type="w" refType="h" op="equ"/>
                <dgm:constr type="primFontSz" val="60"/>
                <dgm:constr type="tMarg" refType="w" fact="0.11"/>
                <dgm:constr type="lMarg" refType="w" fact="0.11"/>
                <dgm:constr type="rMarg" refType="w" fact="0.11"/>
                <dgm:constr type="bMarg" refType="w" fact="0.11"/>
              </dgm:constrLst>
              <dgm:ruleLst>
                <dgm:rule type="primFontSz" val="14" fact="NaN" max="NaN"/>
              </dgm:ruleLst>
            </dgm:layoutNode>
            <dgm:layoutNode name="spacerBetweenCircleAndCallout">
              <dgm:varLst/>
              <dgm:presOf/>
              <dgm:alg type="sp"/>
              <dgm:shape xmlns:r="http://schemas.openxmlformats.org/officeDocument/2006/relationships" r:blip="">
                <dgm:adjLst/>
              </dgm:shape>
              <dgm:constrLst/>
              <dgm:ruleLst/>
            </dgm:layoutNode>
          </dgm:forEach>
          <dgm:presOf/>
          <dgm:ruleLst/>
        </dgm:layoutNode>
        <dgm:layoutNode name="nodeText" styleLbl="alignAccFollowNode1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upArrowCallout" r:blip="">
            <dgm:adjLst>
              <dgm:adj idx="1" val="0.5"/>
              <dgm:adj idx="2" val="0.2"/>
              <dgm:adj idx="3" val="0.2"/>
              <dgm:adj idx="4" val="1"/>
            </dgm:adjLst>
          </dgm:shape>
          <dgm:presOf axis="desOrSelf" ptType="node"/>
          <dgm:constrLst>
            <dgm:constr type="secFontSz" val="16"/>
            <dgm:constr type="primFontSz" val="26"/>
            <dgm:constr type="h"/>
            <dgm:constr type="tMarg" val="13"/>
            <dgm:constr type="lMarg" refType="w" fact="0.2236"/>
            <dgm:constr type="rMarg" refType="w" fact="0.2236"/>
            <dgm:constr type="bMarg" val="13"/>
          </dgm:constrLst>
          <dgm:ruleLst>
            <dgm:rule type="secFontSz" val="11" fact="NaN" max="NaN"/>
            <dgm:rule type="primFontSz" val="11" fact="NaN" max="NaN"/>
            <dgm:rule type="h" val="INF" fact="NaN" max="NaN"/>
          </dgm:ruleLst>
        </dgm:layoutNode>
      </dgm:layoutNode>
      <dgm:forEach name="sibTransForEach" axis="followSib" ptType="sibTrans" cnt="1">
        <dgm:layoutNode name="sibTransComposite" styleLbl="alignAccFollowNode1">
          <dgm:alg type="sp"/>
          <dgm:shape xmlns:r="http://schemas.openxmlformats.org/officeDocument/2006/relationships" r:blip="">
            <dgm:adjLst/>
          </dgm:shape>
          <dgm:ruleLst/>
        </dgm:layoutNode>
        <dgm:ruleLst>
          <dgm:rule type="h" val="INF" fact="NaN" max="NaN"/>
        </dgm:ruleLst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0">
            <a:buAutoNum type="arabicParenBoth"/>
          </dgm1611:buPr>
        </dgm1611:autoBuNodeInfo>
      </dgm1611:autoBuNodeInfoLst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534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534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D0BD98B-3742-4027-A7CC-B23BD3A138A2}" type="datetimeFigureOut">
              <a:rPr lang="pt-BR" smtClean="0"/>
              <a:t>25/05/2026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438150" y="1235075"/>
            <a:ext cx="5921375" cy="3330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79768" y="4751219"/>
            <a:ext cx="5438140" cy="3887361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9377318"/>
            <a:ext cx="2945659" cy="49534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50443" y="9377318"/>
            <a:ext cx="2945659" cy="49534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72A284-9A56-40DD-91F6-A6B021077D6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543814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Consciência!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72A284-9A56-40DD-91F6-A6B021077D63}" type="slidenum">
              <a:rPr lang="pt-BR" smtClean="0"/>
              <a:t>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260531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48A87A34-81AB-432B-8DAE-1953F412C126}" type="datetimeFigureOut">
              <a:rPr lang="en-US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/>
              <a:t>5/25/2026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/>
              <a:t>5/25/2026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/>
              <a:t>5/25/2026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/>
              <a:t>5/25/2026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/>
              <a:t>5/25/2026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/>
              <a:t>5/25/2026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to Panorâmica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pt-BR"/>
              <a:t>Clique no ícone para adicionar uma imagem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/>
              <a:t>5/25/2026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/>
              <a:t>5/25/2026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/>
              <a:t>5/25/2026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/>
              <a:t>‹nº›</a:t>
            </a:fld>
            <a:endParaRPr lang="en-US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/>
              <a:t>5/25/2026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n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/>
              <a:t>5/25/2026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nas d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pt-BR"/>
              <a:t>Clique no ícone para adicionar uma imagem</a:t>
            </a:r>
            <a:endParaRPr lang="en-US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pt-BR"/>
              <a:t>Clique no ícone para adicionar uma imagem</a:t>
            </a:r>
            <a:endParaRPr lang="en-US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pt-BR"/>
              <a:t>Clique no ícone para adicionar uma imagem</a:t>
            </a:r>
            <a:endParaRPr lang="en-US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/>
              <a:t>5/25/2026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pFill/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pFill/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/>
              <a:pPr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/>
              <a:pPr/>
              <a:t>‹nº›</a:t>
            </a:fld>
            <a:endParaRPr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jpg"/><Relationship Id="rId4" Type="http://schemas.openxmlformats.org/officeDocument/2006/relationships/image" Target="../media/image8.jp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6.jp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9.jpg"/><Relationship Id="rId5" Type="http://schemas.openxmlformats.org/officeDocument/2006/relationships/image" Target="../media/image18.jpg"/><Relationship Id="rId4" Type="http://schemas.openxmlformats.org/officeDocument/2006/relationships/image" Target="../media/image17.jp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2.jp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2.png"/><Relationship Id="rId7" Type="http://schemas.openxmlformats.org/officeDocument/2006/relationships/diagramColors" Target="../diagrams/colors1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0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2.jpe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hyperlink" Target="http://labsml.herokuapp.com/" TargetMode="External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g"/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7.png"/><Relationship Id="rId4" Type="http://schemas.openxmlformats.org/officeDocument/2006/relationships/image" Target="../media/image36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8000"/>
                <a:hueMod val="94000"/>
                <a:satMod val="148000"/>
                <a:lumMod val="150000"/>
              </a:schemeClr>
            </a:gs>
            <a:gs pos="100000">
              <a:schemeClr val="bg1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>
            <a:extLst>
              <a:ext uri="{FF2B5EF4-FFF2-40B4-BE49-F238E27FC236}">
                <a16:creationId xmlns:a16="http://schemas.microsoft.com/office/drawing/2014/main" id="{9ACD3AF8-B16E-4174-8C1A-41F683C4AF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FF5EAD09-B81D-415F-8BCF-73C81AE05F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0" name="Rectangle 5">
              <a:extLst>
                <a:ext uri="{FF2B5EF4-FFF2-40B4-BE49-F238E27FC236}">
                  <a16:creationId xmlns:a16="http://schemas.microsoft.com/office/drawing/2014/main" id="{CFB79010-8ED4-49EF-AFD2-F4D8C80B69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4649B869-006E-42B5-9DDC-21049B130E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2" name="Freeform 7">
              <a:extLst>
                <a:ext uri="{FF2B5EF4-FFF2-40B4-BE49-F238E27FC236}">
                  <a16:creationId xmlns:a16="http://schemas.microsoft.com/office/drawing/2014/main" id="{443096BD-333F-48B6-8220-D1F9793E40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3" name="Rectangle 8">
              <a:extLst>
                <a:ext uri="{FF2B5EF4-FFF2-40B4-BE49-F238E27FC236}">
                  <a16:creationId xmlns:a16="http://schemas.microsoft.com/office/drawing/2014/main" id="{1A45BB9A-7E84-4B9B-923A-270A97F852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4" name="Freeform 9">
              <a:extLst>
                <a:ext uri="{FF2B5EF4-FFF2-40B4-BE49-F238E27FC236}">
                  <a16:creationId xmlns:a16="http://schemas.microsoft.com/office/drawing/2014/main" id="{D7D7C768-2F76-4DE2-A807-1B9FFF816C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Freeform 10">
              <a:extLst>
                <a:ext uri="{FF2B5EF4-FFF2-40B4-BE49-F238E27FC236}">
                  <a16:creationId xmlns:a16="http://schemas.microsoft.com/office/drawing/2014/main" id="{1870B32E-EE42-470E-B543-CA55AEC8CA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6" name="Freeform 11">
              <a:extLst>
                <a:ext uri="{FF2B5EF4-FFF2-40B4-BE49-F238E27FC236}">
                  <a16:creationId xmlns:a16="http://schemas.microsoft.com/office/drawing/2014/main" id="{EEF09120-11AA-4DB5-98A8-EC4923002C6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2">
              <a:extLst>
                <a:ext uri="{FF2B5EF4-FFF2-40B4-BE49-F238E27FC236}">
                  <a16:creationId xmlns:a16="http://schemas.microsoft.com/office/drawing/2014/main" id="{39CC463D-589C-461C-A234-0460EB06B8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3">
              <a:extLst>
                <a:ext uri="{FF2B5EF4-FFF2-40B4-BE49-F238E27FC236}">
                  <a16:creationId xmlns:a16="http://schemas.microsoft.com/office/drawing/2014/main" id="{B6516153-269A-421E-A021-CB3F3C5E1D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4">
              <a:extLst>
                <a:ext uri="{FF2B5EF4-FFF2-40B4-BE49-F238E27FC236}">
                  <a16:creationId xmlns:a16="http://schemas.microsoft.com/office/drawing/2014/main" id="{45E14300-6C4A-4F77-915F-F3B25B0237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5">
              <a:extLst>
                <a:ext uri="{FF2B5EF4-FFF2-40B4-BE49-F238E27FC236}">
                  <a16:creationId xmlns:a16="http://schemas.microsoft.com/office/drawing/2014/main" id="{993E312A-E6A6-4B52-ADE6-618ADC89BA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6">
              <a:extLst>
                <a:ext uri="{FF2B5EF4-FFF2-40B4-BE49-F238E27FC236}">
                  <a16:creationId xmlns:a16="http://schemas.microsoft.com/office/drawing/2014/main" id="{2F0F3026-2480-472B-8C52-36812C81EF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7">
              <a:extLst>
                <a:ext uri="{FF2B5EF4-FFF2-40B4-BE49-F238E27FC236}">
                  <a16:creationId xmlns:a16="http://schemas.microsoft.com/office/drawing/2014/main" id="{34E1C992-559D-4827-9F30-31A3CA7A2B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8">
              <a:extLst>
                <a:ext uri="{FF2B5EF4-FFF2-40B4-BE49-F238E27FC236}">
                  <a16:creationId xmlns:a16="http://schemas.microsoft.com/office/drawing/2014/main" id="{D9F2FB98-F443-498F-AAD9-6945825681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9">
              <a:extLst>
                <a:ext uri="{FF2B5EF4-FFF2-40B4-BE49-F238E27FC236}">
                  <a16:creationId xmlns:a16="http://schemas.microsoft.com/office/drawing/2014/main" id="{75DBF6EC-ED50-43E4-8A8B-64CE86A880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20">
              <a:extLst>
                <a:ext uri="{FF2B5EF4-FFF2-40B4-BE49-F238E27FC236}">
                  <a16:creationId xmlns:a16="http://schemas.microsoft.com/office/drawing/2014/main" id="{FD854F40-AC43-4F21-9C62-2CE35CFD2B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21">
              <a:extLst>
                <a:ext uri="{FF2B5EF4-FFF2-40B4-BE49-F238E27FC236}">
                  <a16:creationId xmlns:a16="http://schemas.microsoft.com/office/drawing/2014/main" id="{62CCB560-494A-4F74-9DE4-068806A893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2">
              <a:extLst>
                <a:ext uri="{FF2B5EF4-FFF2-40B4-BE49-F238E27FC236}">
                  <a16:creationId xmlns:a16="http://schemas.microsoft.com/office/drawing/2014/main" id="{6F9A05F2-B5D2-4D8A-9A78-14E45C13FE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3">
              <a:extLst>
                <a:ext uri="{FF2B5EF4-FFF2-40B4-BE49-F238E27FC236}">
                  <a16:creationId xmlns:a16="http://schemas.microsoft.com/office/drawing/2014/main" id="{A6373189-19BB-4BEC-84A3-432253E058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4">
              <a:extLst>
                <a:ext uri="{FF2B5EF4-FFF2-40B4-BE49-F238E27FC236}">
                  <a16:creationId xmlns:a16="http://schemas.microsoft.com/office/drawing/2014/main" id="{71AB3122-947A-44DB-B190-A2601C6C95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5">
              <a:extLst>
                <a:ext uri="{FF2B5EF4-FFF2-40B4-BE49-F238E27FC236}">
                  <a16:creationId xmlns:a16="http://schemas.microsoft.com/office/drawing/2014/main" id="{74B4109D-3AFC-4D44-87B1-0CDED3E638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6">
              <a:extLst>
                <a:ext uri="{FF2B5EF4-FFF2-40B4-BE49-F238E27FC236}">
                  <a16:creationId xmlns:a16="http://schemas.microsoft.com/office/drawing/2014/main" id="{44AAD39F-F7C9-4D00-95E0-0465B4E858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7">
              <a:extLst>
                <a:ext uri="{FF2B5EF4-FFF2-40B4-BE49-F238E27FC236}">
                  <a16:creationId xmlns:a16="http://schemas.microsoft.com/office/drawing/2014/main" id="{C1DCAB8D-6EF6-4A84-8D0C-AA9226DEC9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8">
              <a:extLst>
                <a:ext uri="{FF2B5EF4-FFF2-40B4-BE49-F238E27FC236}">
                  <a16:creationId xmlns:a16="http://schemas.microsoft.com/office/drawing/2014/main" id="{C407F97F-83CF-4703-B9E0-6335530E32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9">
              <a:extLst>
                <a:ext uri="{FF2B5EF4-FFF2-40B4-BE49-F238E27FC236}">
                  <a16:creationId xmlns:a16="http://schemas.microsoft.com/office/drawing/2014/main" id="{0D8D2363-5D84-4CFF-89AA-3C93C859DB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30">
              <a:extLst>
                <a:ext uri="{FF2B5EF4-FFF2-40B4-BE49-F238E27FC236}">
                  <a16:creationId xmlns:a16="http://schemas.microsoft.com/office/drawing/2014/main" id="{0435A35C-AC99-4E12-8CB0-9C640DAA94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31">
              <a:extLst>
                <a:ext uri="{FF2B5EF4-FFF2-40B4-BE49-F238E27FC236}">
                  <a16:creationId xmlns:a16="http://schemas.microsoft.com/office/drawing/2014/main" id="{F20392CF-2256-4527-836B-2E6F88596E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2">
              <a:extLst>
                <a:ext uri="{FF2B5EF4-FFF2-40B4-BE49-F238E27FC236}">
                  <a16:creationId xmlns:a16="http://schemas.microsoft.com/office/drawing/2014/main" id="{C52C3AD3-122C-4010-9C55-B0247F8CCAB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Rectangle 33">
              <a:extLst>
                <a:ext uri="{FF2B5EF4-FFF2-40B4-BE49-F238E27FC236}">
                  <a16:creationId xmlns:a16="http://schemas.microsoft.com/office/drawing/2014/main" id="{EFCB53ED-09C0-4AD7-9BBC-366833D5FE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39" name="Freeform 34">
              <a:extLst>
                <a:ext uri="{FF2B5EF4-FFF2-40B4-BE49-F238E27FC236}">
                  <a16:creationId xmlns:a16="http://schemas.microsoft.com/office/drawing/2014/main" id="{6F309F52-BFCF-47D9-8089-BC049540DB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Freeform 35">
              <a:extLst>
                <a:ext uri="{FF2B5EF4-FFF2-40B4-BE49-F238E27FC236}">
                  <a16:creationId xmlns:a16="http://schemas.microsoft.com/office/drawing/2014/main" id="{5F9AE85F-C7AA-4761-B468-2E100829BC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1" name="Freeform 36">
              <a:extLst>
                <a:ext uri="{FF2B5EF4-FFF2-40B4-BE49-F238E27FC236}">
                  <a16:creationId xmlns:a16="http://schemas.microsoft.com/office/drawing/2014/main" id="{2C81C778-91E5-4AE9-AACB-8566E7A28B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7">
              <a:extLst>
                <a:ext uri="{FF2B5EF4-FFF2-40B4-BE49-F238E27FC236}">
                  <a16:creationId xmlns:a16="http://schemas.microsoft.com/office/drawing/2014/main" id="{6C56E0B4-58A0-4B2B-BD56-54121BB8DB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8">
              <a:extLst>
                <a:ext uri="{FF2B5EF4-FFF2-40B4-BE49-F238E27FC236}">
                  <a16:creationId xmlns:a16="http://schemas.microsoft.com/office/drawing/2014/main" id="{88A29CFE-13A6-4509-946F-5C074F856E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9">
              <a:extLst>
                <a:ext uri="{FF2B5EF4-FFF2-40B4-BE49-F238E27FC236}">
                  <a16:creationId xmlns:a16="http://schemas.microsoft.com/office/drawing/2014/main" id="{00235A0A-018B-4499-AC16-AF83457BF4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40">
              <a:extLst>
                <a:ext uri="{FF2B5EF4-FFF2-40B4-BE49-F238E27FC236}">
                  <a16:creationId xmlns:a16="http://schemas.microsoft.com/office/drawing/2014/main" id="{861DF9B7-50DC-4EBE-8B23-97FE92DBBB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41">
              <a:extLst>
                <a:ext uri="{FF2B5EF4-FFF2-40B4-BE49-F238E27FC236}">
                  <a16:creationId xmlns:a16="http://schemas.microsoft.com/office/drawing/2014/main" id="{69673907-73D7-4729-A911-9BD078EC2E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2">
              <a:extLst>
                <a:ext uri="{FF2B5EF4-FFF2-40B4-BE49-F238E27FC236}">
                  <a16:creationId xmlns:a16="http://schemas.microsoft.com/office/drawing/2014/main" id="{4DC844D3-8053-4EE7-A286-50157B6FD8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3">
              <a:extLst>
                <a:ext uri="{FF2B5EF4-FFF2-40B4-BE49-F238E27FC236}">
                  <a16:creationId xmlns:a16="http://schemas.microsoft.com/office/drawing/2014/main" id="{D67575A0-A45A-4773-874C-16370E3670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4">
              <a:extLst>
                <a:ext uri="{FF2B5EF4-FFF2-40B4-BE49-F238E27FC236}">
                  <a16:creationId xmlns:a16="http://schemas.microsoft.com/office/drawing/2014/main" id="{4327252B-B62B-4DE0-A924-B7F6E40AD9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Rectangle 45">
              <a:extLst>
                <a:ext uri="{FF2B5EF4-FFF2-40B4-BE49-F238E27FC236}">
                  <a16:creationId xmlns:a16="http://schemas.microsoft.com/office/drawing/2014/main" id="{778BC6A7-AC19-497B-A7C6-E447B2EBDA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1" name="Freeform 46">
              <a:extLst>
                <a:ext uri="{FF2B5EF4-FFF2-40B4-BE49-F238E27FC236}">
                  <a16:creationId xmlns:a16="http://schemas.microsoft.com/office/drawing/2014/main" id="{4E79A87B-BF1F-437A-9FED-BE93025E50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Freeform 47">
              <a:extLst>
                <a:ext uri="{FF2B5EF4-FFF2-40B4-BE49-F238E27FC236}">
                  <a16:creationId xmlns:a16="http://schemas.microsoft.com/office/drawing/2014/main" id="{DFAAF3CC-B4E0-45C8-AC2D-EF0D6D823D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3" name="Freeform 48">
              <a:extLst>
                <a:ext uri="{FF2B5EF4-FFF2-40B4-BE49-F238E27FC236}">
                  <a16:creationId xmlns:a16="http://schemas.microsoft.com/office/drawing/2014/main" id="{A5A12C87-1E4A-4664-B2F4-A1C8B656F9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9">
              <a:extLst>
                <a:ext uri="{FF2B5EF4-FFF2-40B4-BE49-F238E27FC236}">
                  <a16:creationId xmlns:a16="http://schemas.microsoft.com/office/drawing/2014/main" id="{B3AF8230-4630-4505-ADDB-16A9B6B377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50">
              <a:extLst>
                <a:ext uri="{FF2B5EF4-FFF2-40B4-BE49-F238E27FC236}">
                  <a16:creationId xmlns:a16="http://schemas.microsoft.com/office/drawing/2014/main" id="{33F93F6D-724D-42F3-AF1D-3081EAB5D1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51">
              <a:extLst>
                <a:ext uri="{FF2B5EF4-FFF2-40B4-BE49-F238E27FC236}">
                  <a16:creationId xmlns:a16="http://schemas.microsoft.com/office/drawing/2014/main" id="{F5DD7A8F-FB67-4E79-80DB-0FAF3A0989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2">
              <a:extLst>
                <a:ext uri="{FF2B5EF4-FFF2-40B4-BE49-F238E27FC236}">
                  <a16:creationId xmlns:a16="http://schemas.microsoft.com/office/drawing/2014/main" id="{7B140A84-E89E-4A80-9DF8-7BCA45F908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3">
              <a:extLst>
                <a:ext uri="{FF2B5EF4-FFF2-40B4-BE49-F238E27FC236}">
                  <a16:creationId xmlns:a16="http://schemas.microsoft.com/office/drawing/2014/main" id="{279E1D6A-EFE2-44C6-A5BF-DFADF0DC91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4">
              <a:extLst>
                <a:ext uri="{FF2B5EF4-FFF2-40B4-BE49-F238E27FC236}">
                  <a16:creationId xmlns:a16="http://schemas.microsoft.com/office/drawing/2014/main" id="{C9FA2204-561F-4ABB-988C-03053820F1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5">
              <a:extLst>
                <a:ext uri="{FF2B5EF4-FFF2-40B4-BE49-F238E27FC236}">
                  <a16:creationId xmlns:a16="http://schemas.microsoft.com/office/drawing/2014/main" id="{8BD7D04E-AC0A-424F-BC40-28842DAFFA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6">
              <a:extLst>
                <a:ext uri="{FF2B5EF4-FFF2-40B4-BE49-F238E27FC236}">
                  <a16:creationId xmlns:a16="http://schemas.microsoft.com/office/drawing/2014/main" id="{32B616A2-FE09-47DD-B58C-12EE58B7CA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7">
              <a:extLst>
                <a:ext uri="{FF2B5EF4-FFF2-40B4-BE49-F238E27FC236}">
                  <a16:creationId xmlns:a16="http://schemas.microsoft.com/office/drawing/2014/main" id="{08C5EAF5-6064-484E-BA05-80D09D84EA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8">
              <a:extLst>
                <a:ext uri="{FF2B5EF4-FFF2-40B4-BE49-F238E27FC236}">
                  <a16:creationId xmlns:a16="http://schemas.microsoft.com/office/drawing/2014/main" id="{F11D90DF-D275-4725-884C-77E5E01D89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9BE10567-6165-46A7-867D-4690A16B46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1"/>
            <a:ext cx="12192003" cy="6858001"/>
            <a:chOff x="0" y="-1"/>
            <a:chExt cx="12192003" cy="6858001"/>
          </a:xfrm>
        </p:grpSpPr>
        <p:sp useBgFill="1">
          <p:nvSpPr>
            <p:cNvPr id="66" name="Rectangle 65">
              <a:extLst>
                <a:ext uri="{FF2B5EF4-FFF2-40B4-BE49-F238E27FC236}">
                  <a16:creationId xmlns:a16="http://schemas.microsoft.com/office/drawing/2014/main" id="{0F4DB1F4-429C-4C85-85D7-C4D81996D3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" y="-1"/>
              <a:ext cx="121920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67" name="Picture 2">
              <a:extLst>
                <a:ext uri="{FF2B5EF4-FFF2-40B4-BE49-F238E27FC236}">
                  <a16:creationId xmlns:a16="http://schemas.microsoft.com/office/drawing/2014/main" id="{159C0DA6-71D9-4C96-A774-7FADF5E0A4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 noChangeArrowheads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2">
              <a:alphaModFix amt="30000"/>
              <a:duotone>
                <a:prstClr val="black"/>
                <a:schemeClr val="tx2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-1"/>
              <a:ext cx="12192003" cy="685800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69" name="Round Diagonal Corner Rectangle 7">
            <a:extLst>
              <a:ext uri="{FF2B5EF4-FFF2-40B4-BE49-F238E27FC236}">
                <a16:creationId xmlns:a16="http://schemas.microsoft.com/office/drawing/2014/main" id="{4B24F6DB-F114-44A7-BB56-D401884E4E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582333" y="2235200"/>
            <a:ext cx="7027334" cy="2396067"/>
          </a:xfrm>
          <a:prstGeom prst="round2DiagRect">
            <a:avLst>
              <a:gd name="adj1" fmla="val 9246"/>
              <a:gd name="adj2" fmla="val 0"/>
            </a:avLst>
          </a:prstGeom>
          <a:solidFill>
            <a:srgbClr val="000000">
              <a:alpha val="80000"/>
            </a:srgbClr>
          </a:solidFill>
          <a:ln w="19050" cap="sq">
            <a:solidFill>
              <a:schemeClr val="tx2"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1" name="Group 70">
            <a:extLst>
              <a:ext uri="{FF2B5EF4-FFF2-40B4-BE49-F238E27FC236}">
                <a16:creationId xmlns:a16="http://schemas.microsoft.com/office/drawing/2014/main" id="{4DB50ECD-225E-4F81-AF7B-706DD05F3B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05895" y="2900097"/>
            <a:ext cx="10982062" cy="1211524"/>
            <a:chOff x="605895" y="2900097"/>
            <a:chExt cx="10982062" cy="1211524"/>
          </a:xfrm>
          <a:effectLst/>
        </p:grpSpPr>
        <p:sp>
          <p:nvSpPr>
            <p:cNvPr id="72" name="Freeform 32">
              <a:extLst>
                <a:ext uri="{FF2B5EF4-FFF2-40B4-BE49-F238E27FC236}">
                  <a16:creationId xmlns:a16="http://schemas.microsoft.com/office/drawing/2014/main" id="{CBC3B006-1357-4969-BC3D-CDD91E492B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 flipV="1">
              <a:off x="9653587" y="3379784"/>
              <a:ext cx="417513" cy="512763"/>
            </a:xfrm>
            <a:custGeom>
              <a:avLst/>
              <a:gdLst/>
              <a:ahLst/>
              <a:cxnLst/>
              <a:rect l="0" t="0" r="r" b="b"/>
              <a:pathLst>
                <a:path w="263" h="323">
                  <a:moveTo>
                    <a:pt x="12" y="323"/>
                  </a:moveTo>
                  <a:lnTo>
                    <a:pt x="0" y="314"/>
                  </a:lnTo>
                  <a:lnTo>
                    <a:pt x="203" y="108"/>
                  </a:lnTo>
                  <a:lnTo>
                    <a:pt x="248" y="0"/>
                  </a:lnTo>
                  <a:lnTo>
                    <a:pt x="263" y="6"/>
                  </a:lnTo>
                  <a:lnTo>
                    <a:pt x="218" y="117"/>
                  </a:lnTo>
                  <a:lnTo>
                    <a:pt x="218" y="117"/>
                  </a:lnTo>
                  <a:lnTo>
                    <a:pt x="12" y="323"/>
                  </a:ln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</p:sp>
        <p:sp>
          <p:nvSpPr>
            <p:cNvPr id="73" name="Freeform 33">
              <a:extLst>
                <a:ext uri="{FF2B5EF4-FFF2-40B4-BE49-F238E27FC236}">
                  <a16:creationId xmlns:a16="http://schemas.microsoft.com/office/drawing/2014/main" id="{0D6E4F1D-B331-41B5-90EF-2236C1EE15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 flipV="1">
              <a:off x="10078244" y="3310728"/>
              <a:ext cx="157163" cy="152400"/>
            </a:xfrm>
            <a:custGeom>
              <a:avLst/>
              <a:gdLst/>
              <a:ahLst/>
              <a:cxnLst/>
              <a:rect l="0" t="0" r="r" b="b"/>
              <a:pathLst>
                <a:path w="33" h="32">
                  <a:moveTo>
                    <a:pt x="17" y="32"/>
                  </a:moveTo>
                  <a:cubicBezTo>
                    <a:pt x="13" y="32"/>
                    <a:pt x="9" y="30"/>
                    <a:pt x="6" y="27"/>
                  </a:cubicBezTo>
                  <a:cubicBezTo>
                    <a:pt x="0" y="21"/>
                    <a:pt x="0" y="11"/>
                    <a:pt x="6" y="5"/>
                  </a:cubicBezTo>
                  <a:cubicBezTo>
                    <a:pt x="9" y="2"/>
                    <a:pt x="13" y="0"/>
                    <a:pt x="17" y="0"/>
                  </a:cubicBezTo>
                  <a:cubicBezTo>
                    <a:pt x="21" y="0"/>
                    <a:pt x="25" y="2"/>
                    <a:pt x="28" y="5"/>
                  </a:cubicBezTo>
                  <a:cubicBezTo>
                    <a:pt x="31" y="8"/>
                    <a:pt x="33" y="12"/>
                    <a:pt x="33" y="16"/>
                  </a:cubicBezTo>
                  <a:cubicBezTo>
                    <a:pt x="33" y="20"/>
                    <a:pt x="31" y="24"/>
                    <a:pt x="28" y="27"/>
                  </a:cubicBezTo>
                  <a:cubicBezTo>
                    <a:pt x="25" y="30"/>
                    <a:pt x="21" y="32"/>
                    <a:pt x="17" y="32"/>
                  </a:cubicBezTo>
                  <a:close/>
                  <a:moveTo>
                    <a:pt x="17" y="4"/>
                  </a:moveTo>
                  <a:cubicBezTo>
                    <a:pt x="14" y="4"/>
                    <a:pt x="11" y="6"/>
                    <a:pt x="9" y="8"/>
                  </a:cubicBezTo>
                  <a:cubicBezTo>
                    <a:pt x="4" y="12"/>
                    <a:pt x="4" y="20"/>
                    <a:pt x="9" y="24"/>
                  </a:cubicBezTo>
                  <a:cubicBezTo>
                    <a:pt x="11" y="27"/>
                    <a:pt x="14" y="28"/>
                    <a:pt x="17" y="28"/>
                  </a:cubicBezTo>
                  <a:cubicBezTo>
                    <a:pt x="20" y="28"/>
                    <a:pt x="23" y="27"/>
                    <a:pt x="26" y="24"/>
                  </a:cubicBezTo>
                  <a:cubicBezTo>
                    <a:pt x="30" y="20"/>
                    <a:pt x="30" y="12"/>
                    <a:pt x="26" y="8"/>
                  </a:cubicBezTo>
                  <a:cubicBezTo>
                    <a:pt x="23" y="6"/>
                    <a:pt x="20" y="4"/>
                    <a:pt x="17" y="4"/>
                  </a:cubicBez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</p:sp>
        <p:sp>
          <p:nvSpPr>
            <p:cNvPr id="74" name="Freeform 34">
              <a:extLst>
                <a:ext uri="{FF2B5EF4-FFF2-40B4-BE49-F238E27FC236}">
                  <a16:creationId xmlns:a16="http://schemas.microsoft.com/office/drawing/2014/main" id="{54A60014-21DF-44E5-9137-4335718850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 flipV="1">
              <a:off x="11146631" y="3574253"/>
              <a:ext cx="188913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</p:sp>
        <p:sp>
          <p:nvSpPr>
            <p:cNvPr id="75" name="Freeform 37">
              <a:extLst>
                <a:ext uri="{FF2B5EF4-FFF2-40B4-BE49-F238E27FC236}">
                  <a16:creationId xmlns:a16="http://schemas.microsoft.com/office/drawing/2014/main" id="{40B768C0-B003-45F4-9A06-EA3509A90B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 flipV="1">
              <a:off x="10230644" y="3034502"/>
              <a:ext cx="304800" cy="1544638"/>
            </a:xfrm>
            <a:custGeom>
              <a:avLst/>
              <a:gdLst/>
              <a:ahLst/>
              <a:cxnLst/>
              <a:rect l="0" t="0" r="r" b="b"/>
              <a:pathLst>
                <a:path w="192" h="973">
                  <a:moveTo>
                    <a:pt x="15" y="973"/>
                  </a:moveTo>
                  <a:lnTo>
                    <a:pt x="0" y="973"/>
                  </a:lnTo>
                  <a:lnTo>
                    <a:pt x="0" y="790"/>
                  </a:lnTo>
                  <a:lnTo>
                    <a:pt x="174" y="614"/>
                  </a:lnTo>
                  <a:lnTo>
                    <a:pt x="174" y="0"/>
                  </a:lnTo>
                  <a:lnTo>
                    <a:pt x="192" y="0"/>
                  </a:lnTo>
                  <a:lnTo>
                    <a:pt x="192" y="620"/>
                  </a:lnTo>
                  <a:lnTo>
                    <a:pt x="15" y="796"/>
                  </a:lnTo>
                  <a:lnTo>
                    <a:pt x="15" y="973"/>
                  </a:ln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</p:sp>
        <p:sp>
          <p:nvSpPr>
            <p:cNvPr id="76" name="Freeform 35">
              <a:extLst>
                <a:ext uri="{FF2B5EF4-FFF2-40B4-BE49-F238E27FC236}">
                  <a16:creationId xmlns:a16="http://schemas.microsoft.com/office/drawing/2014/main" id="{5E479182-2054-4AD9-823D-81CFAD7F2C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>
              <a:off x="10034587" y="2562753"/>
              <a:ext cx="298450" cy="1154113"/>
            </a:xfrm>
            <a:custGeom>
              <a:avLst/>
              <a:gdLst/>
              <a:ahLst/>
              <a:cxnLst/>
              <a:rect l="0" t="0" r="r" b="b"/>
              <a:pathLst>
                <a:path w="188" h="727">
                  <a:moveTo>
                    <a:pt x="15" y="727"/>
                  </a:moveTo>
                  <a:lnTo>
                    <a:pt x="0" y="727"/>
                  </a:lnTo>
                  <a:lnTo>
                    <a:pt x="0" y="407"/>
                  </a:lnTo>
                  <a:lnTo>
                    <a:pt x="0" y="407"/>
                  </a:lnTo>
                  <a:lnTo>
                    <a:pt x="176" y="0"/>
                  </a:lnTo>
                  <a:lnTo>
                    <a:pt x="188" y="6"/>
                  </a:lnTo>
                  <a:lnTo>
                    <a:pt x="15" y="410"/>
                  </a:lnTo>
                  <a:lnTo>
                    <a:pt x="15" y="727"/>
                  </a:ln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</p:sp>
        <p:sp>
          <p:nvSpPr>
            <p:cNvPr id="77" name="Freeform 36">
              <a:extLst>
                <a:ext uri="{FF2B5EF4-FFF2-40B4-BE49-F238E27FC236}">
                  <a16:creationId xmlns:a16="http://schemas.microsoft.com/office/drawing/2014/main" id="{A7D912CF-756A-41F1-8BF1-5BA7D1BD05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>
              <a:off x="10747375" y="3232679"/>
              <a:ext cx="157163" cy="155575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5"/>
                    <a:pt x="0" y="16"/>
                  </a:cubicBezTo>
                  <a:cubicBezTo>
                    <a:pt x="0" y="7"/>
                    <a:pt x="8" y="0"/>
                    <a:pt x="17" y="0"/>
                  </a:cubicBezTo>
                  <a:cubicBezTo>
                    <a:pt x="26" y="0"/>
                    <a:pt x="33" y="7"/>
                    <a:pt x="33" y="16"/>
                  </a:cubicBezTo>
                  <a:cubicBezTo>
                    <a:pt x="33" y="25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9"/>
                    <a:pt x="4" y="16"/>
                  </a:cubicBezTo>
                  <a:cubicBezTo>
                    <a:pt x="4" y="23"/>
                    <a:pt x="10" y="29"/>
                    <a:pt x="17" y="29"/>
                  </a:cubicBezTo>
                  <a:cubicBezTo>
                    <a:pt x="23" y="29"/>
                    <a:pt x="29" y="23"/>
                    <a:pt x="29" y="16"/>
                  </a:cubicBezTo>
                  <a:cubicBezTo>
                    <a:pt x="29" y="9"/>
                    <a:pt x="23" y="4"/>
                    <a:pt x="17" y="4"/>
                  </a:cubicBez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</p:sp>
        <p:sp>
          <p:nvSpPr>
            <p:cNvPr id="78" name="Freeform 38">
              <a:extLst>
                <a:ext uri="{FF2B5EF4-FFF2-40B4-BE49-F238E27FC236}">
                  <a16:creationId xmlns:a16="http://schemas.microsoft.com/office/drawing/2014/main" id="{734B6F35-2160-44B1-AB00-F628C84B14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>
              <a:off x="11399044" y="3095360"/>
              <a:ext cx="188913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</p:sp>
        <p:sp>
          <p:nvSpPr>
            <p:cNvPr id="79" name="Freeform 39">
              <a:extLst>
                <a:ext uri="{FF2B5EF4-FFF2-40B4-BE49-F238E27FC236}">
                  <a16:creationId xmlns:a16="http://schemas.microsoft.com/office/drawing/2014/main" id="{D8657E76-4F63-44FE-86C5-54CA174FCB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>
              <a:off x="10353675" y="2153178"/>
              <a:ext cx="307975" cy="1801813"/>
            </a:xfrm>
            <a:custGeom>
              <a:avLst/>
              <a:gdLst/>
              <a:ahLst/>
              <a:cxnLst/>
              <a:rect l="0" t="0" r="r" b="b"/>
              <a:pathLst>
                <a:path w="194" h="1135">
                  <a:moveTo>
                    <a:pt x="18" y="1135"/>
                  </a:moveTo>
                  <a:lnTo>
                    <a:pt x="0" y="1135"/>
                  </a:lnTo>
                  <a:lnTo>
                    <a:pt x="0" y="354"/>
                  </a:lnTo>
                  <a:lnTo>
                    <a:pt x="176" y="177"/>
                  </a:lnTo>
                  <a:lnTo>
                    <a:pt x="176" y="0"/>
                  </a:lnTo>
                  <a:lnTo>
                    <a:pt x="194" y="0"/>
                  </a:lnTo>
                  <a:lnTo>
                    <a:pt x="194" y="183"/>
                  </a:lnTo>
                  <a:lnTo>
                    <a:pt x="18" y="360"/>
                  </a:lnTo>
                  <a:lnTo>
                    <a:pt x="18" y="1135"/>
                  </a:ln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</p:sp>
        <p:sp>
          <p:nvSpPr>
            <p:cNvPr id="80" name="Freeform 40">
              <a:extLst>
                <a:ext uri="{FF2B5EF4-FFF2-40B4-BE49-F238E27FC236}">
                  <a16:creationId xmlns:a16="http://schemas.microsoft.com/office/drawing/2014/main" id="{482CEB8C-90E5-4152-8B52-A2881B98A3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>
              <a:off x="9848850" y="330887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</p:sp>
        <p:sp>
          <p:nvSpPr>
            <p:cNvPr id="81" name="Rectangle 41">
              <a:extLst>
                <a:ext uri="{FF2B5EF4-FFF2-40B4-BE49-F238E27FC236}">
                  <a16:creationId xmlns:a16="http://schemas.microsoft.com/office/drawing/2014/main" id="{85010FC2-BC4C-4692-876D-7FE363BFC6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>
              <a:off x="9721056" y="3284272"/>
              <a:ext cx="23813" cy="252413"/>
            </a:xfrm>
            <a:prstGeom prst="rect">
              <a:avLst/>
            </a:pr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</p:sp>
        <p:sp>
          <p:nvSpPr>
            <p:cNvPr id="82" name="Freeform 32">
              <a:extLst>
                <a:ext uri="{FF2B5EF4-FFF2-40B4-BE49-F238E27FC236}">
                  <a16:creationId xmlns:a16="http://schemas.microsoft.com/office/drawing/2014/main" id="{714C1223-2B78-4715-9ACB-079A60D16D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6200000" flipH="1" flipV="1">
              <a:off x="2122751" y="3532184"/>
              <a:ext cx="417513" cy="512763"/>
            </a:xfrm>
            <a:custGeom>
              <a:avLst/>
              <a:gdLst/>
              <a:ahLst/>
              <a:cxnLst/>
              <a:rect l="0" t="0" r="r" b="b"/>
              <a:pathLst>
                <a:path w="263" h="323">
                  <a:moveTo>
                    <a:pt x="12" y="323"/>
                  </a:moveTo>
                  <a:lnTo>
                    <a:pt x="0" y="314"/>
                  </a:lnTo>
                  <a:lnTo>
                    <a:pt x="203" y="108"/>
                  </a:lnTo>
                  <a:lnTo>
                    <a:pt x="248" y="0"/>
                  </a:lnTo>
                  <a:lnTo>
                    <a:pt x="263" y="6"/>
                  </a:lnTo>
                  <a:lnTo>
                    <a:pt x="218" y="117"/>
                  </a:lnTo>
                  <a:lnTo>
                    <a:pt x="218" y="117"/>
                  </a:lnTo>
                  <a:lnTo>
                    <a:pt x="12" y="323"/>
                  </a:ln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</p:sp>
        <p:sp>
          <p:nvSpPr>
            <p:cNvPr id="83" name="Freeform 33">
              <a:extLst>
                <a:ext uri="{FF2B5EF4-FFF2-40B4-BE49-F238E27FC236}">
                  <a16:creationId xmlns:a16="http://schemas.microsoft.com/office/drawing/2014/main" id="{1D9109D3-C92A-410B-9B43-5F02B2D84E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6200000" flipH="1" flipV="1">
              <a:off x="1958445" y="3463128"/>
              <a:ext cx="157163" cy="152400"/>
            </a:xfrm>
            <a:custGeom>
              <a:avLst/>
              <a:gdLst/>
              <a:ahLst/>
              <a:cxnLst/>
              <a:rect l="0" t="0" r="r" b="b"/>
              <a:pathLst>
                <a:path w="33" h="32">
                  <a:moveTo>
                    <a:pt x="17" y="32"/>
                  </a:moveTo>
                  <a:cubicBezTo>
                    <a:pt x="13" y="32"/>
                    <a:pt x="9" y="30"/>
                    <a:pt x="6" y="27"/>
                  </a:cubicBezTo>
                  <a:cubicBezTo>
                    <a:pt x="0" y="21"/>
                    <a:pt x="0" y="11"/>
                    <a:pt x="6" y="5"/>
                  </a:cubicBezTo>
                  <a:cubicBezTo>
                    <a:pt x="9" y="2"/>
                    <a:pt x="13" y="0"/>
                    <a:pt x="17" y="0"/>
                  </a:cubicBezTo>
                  <a:cubicBezTo>
                    <a:pt x="21" y="0"/>
                    <a:pt x="25" y="2"/>
                    <a:pt x="28" y="5"/>
                  </a:cubicBezTo>
                  <a:cubicBezTo>
                    <a:pt x="31" y="8"/>
                    <a:pt x="33" y="12"/>
                    <a:pt x="33" y="16"/>
                  </a:cubicBezTo>
                  <a:cubicBezTo>
                    <a:pt x="33" y="20"/>
                    <a:pt x="31" y="24"/>
                    <a:pt x="28" y="27"/>
                  </a:cubicBezTo>
                  <a:cubicBezTo>
                    <a:pt x="25" y="30"/>
                    <a:pt x="21" y="32"/>
                    <a:pt x="17" y="32"/>
                  </a:cubicBezTo>
                  <a:close/>
                  <a:moveTo>
                    <a:pt x="17" y="4"/>
                  </a:moveTo>
                  <a:cubicBezTo>
                    <a:pt x="14" y="4"/>
                    <a:pt x="11" y="6"/>
                    <a:pt x="9" y="8"/>
                  </a:cubicBezTo>
                  <a:cubicBezTo>
                    <a:pt x="4" y="12"/>
                    <a:pt x="4" y="20"/>
                    <a:pt x="9" y="24"/>
                  </a:cubicBezTo>
                  <a:cubicBezTo>
                    <a:pt x="11" y="27"/>
                    <a:pt x="14" y="28"/>
                    <a:pt x="17" y="28"/>
                  </a:cubicBezTo>
                  <a:cubicBezTo>
                    <a:pt x="20" y="28"/>
                    <a:pt x="23" y="27"/>
                    <a:pt x="26" y="24"/>
                  </a:cubicBezTo>
                  <a:cubicBezTo>
                    <a:pt x="30" y="20"/>
                    <a:pt x="30" y="12"/>
                    <a:pt x="26" y="8"/>
                  </a:cubicBezTo>
                  <a:cubicBezTo>
                    <a:pt x="23" y="6"/>
                    <a:pt x="20" y="4"/>
                    <a:pt x="17" y="4"/>
                  </a:cubicBez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</p:sp>
        <p:sp>
          <p:nvSpPr>
            <p:cNvPr id="84" name="Freeform 34">
              <a:extLst>
                <a:ext uri="{FF2B5EF4-FFF2-40B4-BE49-F238E27FC236}">
                  <a16:creationId xmlns:a16="http://schemas.microsoft.com/office/drawing/2014/main" id="{EF5B327A-A1AE-42F3-815E-84F4AA2948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6200000" flipH="1" flipV="1">
              <a:off x="858308" y="3726653"/>
              <a:ext cx="188913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</p:sp>
        <p:sp>
          <p:nvSpPr>
            <p:cNvPr id="85" name="Freeform 37">
              <a:extLst>
                <a:ext uri="{FF2B5EF4-FFF2-40B4-BE49-F238E27FC236}">
                  <a16:creationId xmlns:a16="http://schemas.microsoft.com/office/drawing/2014/main" id="{77738BDE-751F-4D4C-B4C4-C9DF3EA291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6200000" flipH="1" flipV="1">
              <a:off x="1658407" y="3186902"/>
              <a:ext cx="304800" cy="1544638"/>
            </a:xfrm>
            <a:custGeom>
              <a:avLst/>
              <a:gdLst/>
              <a:ahLst/>
              <a:cxnLst/>
              <a:rect l="0" t="0" r="r" b="b"/>
              <a:pathLst>
                <a:path w="192" h="973">
                  <a:moveTo>
                    <a:pt x="15" y="973"/>
                  </a:moveTo>
                  <a:lnTo>
                    <a:pt x="0" y="973"/>
                  </a:lnTo>
                  <a:lnTo>
                    <a:pt x="0" y="790"/>
                  </a:lnTo>
                  <a:lnTo>
                    <a:pt x="174" y="614"/>
                  </a:lnTo>
                  <a:lnTo>
                    <a:pt x="174" y="0"/>
                  </a:lnTo>
                  <a:lnTo>
                    <a:pt x="192" y="0"/>
                  </a:lnTo>
                  <a:lnTo>
                    <a:pt x="192" y="620"/>
                  </a:lnTo>
                  <a:lnTo>
                    <a:pt x="15" y="796"/>
                  </a:lnTo>
                  <a:lnTo>
                    <a:pt x="15" y="973"/>
                  </a:ln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</p:sp>
        <p:sp>
          <p:nvSpPr>
            <p:cNvPr id="86" name="Freeform 35">
              <a:extLst>
                <a:ext uri="{FF2B5EF4-FFF2-40B4-BE49-F238E27FC236}">
                  <a16:creationId xmlns:a16="http://schemas.microsoft.com/office/drawing/2014/main" id="{9C8C4AD6-72BF-490C-963C-97C7FD7E7E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6200000" flipH="1">
              <a:off x="1860814" y="2715153"/>
              <a:ext cx="298450" cy="1154113"/>
            </a:xfrm>
            <a:custGeom>
              <a:avLst/>
              <a:gdLst/>
              <a:ahLst/>
              <a:cxnLst/>
              <a:rect l="0" t="0" r="r" b="b"/>
              <a:pathLst>
                <a:path w="188" h="727">
                  <a:moveTo>
                    <a:pt x="15" y="727"/>
                  </a:moveTo>
                  <a:lnTo>
                    <a:pt x="0" y="727"/>
                  </a:lnTo>
                  <a:lnTo>
                    <a:pt x="0" y="407"/>
                  </a:lnTo>
                  <a:lnTo>
                    <a:pt x="0" y="407"/>
                  </a:lnTo>
                  <a:lnTo>
                    <a:pt x="176" y="0"/>
                  </a:lnTo>
                  <a:lnTo>
                    <a:pt x="188" y="6"/>
                  </a:lnTo>
                  <a:lnTo>
                    <a:pt x="15" y="410"/>
                  </a:lnTo>
                  <a:lnTo>
                    <a:pt x="15" y="727"/>
                  </a:ln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</p:sp>
        <p:sp>
          <p:nvSpPr>
            <p:cNvPr id="87" name="Freeform 36">
              <a:extLst>
                <a:ext uri="{FF2B5EF4-FFF2-40B4-BE49-F238E27FC236}">
                  <a16:creationId xmlns:a16="http://schemas.microsoft.com/office/drawing/2014/main" id="{94990E31-5AA8-4502-A963-CE1B539DAC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6200000" flipH="1">
              <a:off x="1289314" y="3385079"/>
              <a:ext cx="157163" cy="155575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5"/>
                    <a:pt x="0" y="16"/>
                  </a:cubicBezTo>
                  <a:cubicBezTo>
                    <a:pt x="0" y="7"/>
                    <a:pt x="8" y="0"/>
                    <a:pt x="17" y="0"/>
                  </a:cubicBezTo>
                  <a:cubicBezTo>
                    <a:pt x="26" y="0"/>
                    <a:pt x="33" y="7"/>
                    <a:pt x="33" y="16"/>
                  </a:cubicBezTo>
                  <a:cubicBezTo>
                    <a:pt x="33" y="25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9"/>
                    <a:pt x="4" y="16"/>
                  </a:cubicBezTo>
                  <a:cubicBezTo>
                    <a:pt x="4" y="23"/>
                    <a:pt x="10" y="29"/>
                    <a:pt x="17" y="29"/>
                  </a:cubicBezTo>
                  <a:cubicBezTo>
                    <a:pt x="23" y="29"/>
                    <a:pt x="29" y="23"/>
                    <a:pt x="29" y="16"/>
                  </a:cubicBezTo>
                  <a:cubicBezTo>
                    <a:pt x="29" y="9"/>
                    <a:pt x="23" y="4"/>
                    <a:pt x="17" y="4"/>
                  </a:cubicBez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</p:sp>
        <p:sp>
          <p:nvSpPr>
            <p:cNvPr id="88" name="Freeform 38">
              <a:extLst>
                <a:ext uri="{FF2B5EF4-FFF2-40B4-BE49-F238E27FC236}">
                  <a16:creationId xmlns:a16="http://schemas.microsoft.com/office/drawing/2014/main" id="{9E703E9D-ED76-449C-A8C0-7A1E24B8B2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6200000" flipH="1">
              <a:off x="605895" y="3247760"/>
              <a:ext cx="188913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</p:sp>
        <p:sp>
          <p:nvSpPr>
            <p:cNvPr id="89" name="Freeform 39">
              <a:extLst>
                <a:ext uri="{FF2B5EF4-FFF2-40B4-BE49-F238E27FC236}">
                  <a16:creationId xmlns:a16="http://schemas.microsoft.com/office/drawing/2014/main" id="{C70A75E8-C815-4CCF-ABEE-83F19BFE05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6200000" flipH="1">
              <a:off x="1532202" y="2305578"/>
              <a:ext cx="307975" cy="1801813"/>
            </a:xfrm>
            <a:custGeom>
              <a:avLst/>
              <a:gdLst/>
              <a:ahLst/>
              <a:cxnLst/>
              <a:rect l="0" t="0" r="r" b="b"/>
              <a:pathLst>
                <a:path w="194" h="1135">
                  <a:moveTo>
                    <a:pt x="18" y="1135"/>
                  </a:moveTo>
                  <a:lnTo>
                    <a:pt x="0" y="1135"/>
                  </a:lnTo>
                  <a:lnTo>
                    <a:pt x="0" y="354"/>
                  </a:lnTo>
                  <a:lnTo>
                    <a:pt x="176" y="177"/>
                  </a:lnTo>
                  <a:lnTo>
                    <a:pt x="176" y="0"/>
                  </a:lnTo>
                  <a:lnTo>
                    <a:pt x="194" y="0"/>
                  </a:lnTo>
                  <a:lnTo>
                    <a:pt x="194" y="183"/>
                  </a:lnTo>
                  <a:lnTo>
                    <a:pt x="18" y="360"/>
                  </a:lnTo>
                  <a:lnTo>
                    <a:pt x="18" y="1135"/>
                  </a:ln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</p:sp>
        <p:sp>
          <p:nvSpPr>
            <p:cNvPr id="90" name="Freeform 40">
              <a:extLst>
                <a:ext uri="{FF2B5EF4-FFF2-40B4-BE49-F238E27FC236}">
                  <a16:creationId xmlns:a16="http://schemas.microsoft.com/office/drawing/2014/main" id="{E15638E1-6A92-4D31-A034-853A65A754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6200000" flipH="1">
              <a:off x="2154501" y="346127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</p:sp>
        <p:sp>
          <p:nvSpPr>
            <p:cNvPr id="91" name="Rectangle 41">
              <a:extLst>
                <a:ext uri="{FF2B5EF4-FFF2-40B4-BE49-F238E27FC236}">
                  <a16:creationId xmlns:a16="http://schemas.microsoft.com/office/drawing/2014/main" id="{EA3E8D58-D52B-4300-8A50-5696430D1A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6200000" flipH="1">
              <a:off x="2448983" y="3436672"/>
              <a:ext cx="23813" cy="252413"/>
            </a:xfrm>
            <a:prstGeom prst="rect">
              <a:avLst/>
            </a:pr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6B166F45-B532-47B5-BA6D-5899DB5CD9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7000" y="3024130"/>
            <a:ext cx="6858000" cy="825085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pt-BR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 que é Inteligência Artificial?</a:t>
            </a:r>
            <a:endParaRPr lang="pt-BR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30104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48000"/>
                <a:hueMod val="106000"/>
                <a:satMod val="140000"/>
                <a:lumMod val="42000"/>
              </a:schemeClr>
              <a:schemeClr val="bg2">
                <a:tint val="98000"/>
                <a:hueMod val="92000"/>
                <a:satMod val="220000"/>
                <a:lumMod val="9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3" name="Group 192">
            <a:extLst>
              <a:ext uri="{FF2B5EF4-FFF2-40B4-BE49-F238E27FC236}">
                <a16:creationId xmlns:a16="http://schemas.microsoft.com/office/drawing/2014/main" id="{68961809-266D-4B4D-BE74-84C1B3CD6F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1"/>
            <a:ext cx="12192003" cy="6858001"/>
            <a:chOff x="0" y="-1"/>
            <a:chExt cx="12192003" cy="6858001"/>
          </a:xfrm>
        </p:grpSpPr>
        <p:sp useBgFill="1">
          <p:nvSpPr>
            <p:cNvPr id="194" name="Rectangle 193">
              <a:extLst>
                <a:ext uri="{FF2B5EF4-FFF2-40B4-BE49-F238E27FC236}">
                  <a16:creationId xmlns:a16="http://schemas.microsoft.com/office/drawing/2014/main" id="{A14E90A2-C55C-4A5B-A1CA-600A3ADCEE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" y="-1"/>
              <a:ext cx="121920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95" name="Picture 2">
              <a:extLst>
                <a:ext uri="{FF2B5EF4-FFF2-40B4-BE49-F238E27FC236}">
                  <a16:creationId xmlns:a16="http://schemas.microsoft.com/office/drawing/2014/main" id="{5C269CFD-5B02-4090-8D3A-DF39B5F4C3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 noChangeArrowheads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3">
              <a:alphaModFix amt="30000"/>
              <a:duotone>
                <a:prstClr val="black"/>
                <a:schemeClr val="tx2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-1"/>
              <a:ext cx="12192003" cy="685800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1026" name="Picture 2" descr="Inteligencia">
            <a:extLst>
              <a:ext uri="{FF2B5EF4-FFF2-40B4-BE49-F238E27FC236}">
                <a16:creationId xmlns:a16="http://schemas.microsoft.com/office/drawing/2014/main" id="{671266D7-555C-44DF-8864-80C612ABCB5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3451"/>
          <a:stretch/>
        </p:blipFill>
        <p:spPr bwMode="auto">
          <a:xfrm>
            <a:off x="3611" y="10"/>
            <a:ext cx="12188389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5" name="Picture 2">
            <a:extLst>
              <a:ext uri="{FF2B5EF4-FFF2-40B4-BE49-F238E27FC236}">
                <a16:creationId xmlns:a16="http://schemas.microsoft.com/office/drawing/2014/main" id="{38BFA449-4933-478B-B27D-ACCC557FF9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97" name="Group 196">
            <a:extLst>
              <a:ext uri="{FF2B5EF4-FFF2-40B4-BE49-F238E27FC236}">
                <a16:creationId xmlns:a16="http://schemas.microsoft.com/office/drawing/2014/main" id="{B2086F72-9495-4DC4-839B-72567BA8D6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05895" y="2235200"/>
            <a:ext cx="10982062" cy="2396067"/>
            <a:chOff x="605895" y="2235200"/>
            <a:chExt cx="10982062" cy="2396067"/>
          </a:xfrm>
        </p:grpSpPr>
        <p:grpSp>
          <p:nvGrpSpPr>
            <p:cNvPr id="199" name="Group 198">
              <a:extLst>
                <a:ext uri="{FF2B5EF4-FFF2-40B4-BE49-F238E27FC236}">
                  <a16:creationId xmlns:a16="http://schemas.microsoft.com/office/drawing/2014/main" id="{7C3B34D4-8ACE-49A6-A4B3-29916A53B5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605895" y="2900097"/>
              <a:ext cx="10982062" cy="1211524"/>
              <a:chOff x="605895" y="2900097"/>
              <a:chExt cx="10982062" cy="1211524"/>
            </a:xfrm>
          </p:grpSpPr>
          <p:sp>
            <p:nvSpPr>
              <p:cNvPr id="200" name="Freeform 32">
                <a:extLst>
                  <a:ext uri="{FF2B5EF4-FFF2-40B4-BE49-F238E27FC236}">
                    <a16:creationId xmlns:a16="http://schemas.microsoft.com/office/drawing/2014/main" id="{5516CB95-0B27-48B5-AADE-72B57A6C798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5400000" flipV="1">
                <a:off x="9653587" y="3379784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</p:sp>
          <p:sp>
            <p:nvSpPr>
              <p:cNvPr id="201" name="Freeform 33">
                <a:extLst>
                  <a:ext uri="{FF2B5EF4-FFF2-40B4-BE49-F238E27FC236}">
                    <a16:creationId xmlns:a16="http://schemas.microsoft.com/office/drawing/2014/main" id="{5E314680-0A6F-49E3-8019-9616313D830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5400000" flipV="1">
                <a:off x="10078244" y="3310728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</p:sp>
          <p:sp>
            <p:nvSpPr>
              <p:cNvPr id="202" name="Freeform 34">
                <a:extLst>
                  <a:ext uri="{FF2B5EF4-FFF2-40B4-BE49-F238E27FC236}">
                    <a16:creationId xmlns:a16="http://schemas.microsoft.com/office/drawing/2014/main" id="{E822FA8D-1CAD-48AC-8AAF-AC9B13E4412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5400000" flipV="1">
                <a:off x="11146631" y="3574253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</p:sp>
          <p:sp>
            <p:nvSpPr>
              <p:cNvPr id="203" name="Freeform 37">
                <a:extLst>
                  <a:ext uri="{FF2B5EF4-FFF2-40B4-BE49-F238E27FC236}">
                    <a16:creationId xmlns:a16="http://schemas.microsoft.com/office/drawing/2014/main" id="{B1780F53-5CB6-4C66-BE5C-CBB98ACBC42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5400000" flipV="1">
                <a:off x="10230644" y="3034502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</p:sp>
          <p:sp>
            <p:nvSpPr>
              <p:cNvPr id="204" name="Freeform 35">
                <a:extLst>
                  <a:ext uri="{FF2B5EF4-FFF2-40B4-BE49-F238E27FC236}">
                    <a16:creationId xmlns:a16="http://schemas.microsoft.com/office/drawing/2014/main" id="{781B98D4-7596-46BD-BB6D-0FAA51C38C7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5400000">
                <a:off x="10034587" y="256275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</p:sp>
          <p:sp>
            <p:nvSpPr>
              <p:cNvPr id="205" name="Freeform 36">
                <a:extLst>
                  <a:ext uri="{FF2B5EF4-FFF2-40B4-BE49-F238E27FC236}">
                    <a16:creationId xmlns:a16="http://schemas.microsoft.com/office/drawing/2014/main" id="{68558D61-DFBE-4A2C-8DBD-43BAFA68DDE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5400000">
                <a:off x="10747375" y="3232679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</p:sp>
          <p:sp>
            <p:nvSpPr>
              <p:cNvPr id="206" name="Freeform 38">
                <a:extLst>
                  <a:ext uri="{FF2B5EF4-FFF2-40B4-BE49-F238E27FC236}">
                    <a16:creationId xmlns:a16="http://schemas.microsoft.com/office/drawing/2014/main" id="{5646C634-CAD3-432B-BD41-CDE0F526E62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5400000">
                <a:off x="11399044" y="3095360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</p:sp>
          <p:sp>
            <p:nvSpPr>
              <p:cNvPr id="207" name="Freeform 39">
                <a:extLst>
                  <a:ext uri="{FF2B5EF4-FFF2-40B4-BE49-F238E27FC236}">
                    <a16:creationId xmlns:a16="http://schemas.microsoft.com/office/drawing/2014/main" id="{72B91DC4-A905-421C-B77D-3AB7CA3AC23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5400000">
                <a:off x="10353675" y="2153178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</p:sp>
          <p:sp>
            <p:nvSpPr>
              <p:cNvPr id="208" name="Freeform 40">
                <a:extLst>
                  <a:ext uri="{FF2B5EF4-FFF2-40B4-BE49-F238E27FC236}">
                    <a16:creationId xmlns:a16="http://schemas.microsoft.com/office/drawing/2014/main" id="{7A50FBDE-0FD3-4C3E-AB4C-40DD78E1AAD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5400000">
                <a:off x="9848850" y="330887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</p:sp>
          <p:sp>
            <p:nvSpPr>
              <p:cNvPr id="209" name="Rectangle 41">
                <a:extLst>
                  <a:ext uri="{FF2B5EF4-FFF2-40B4-BE49-F238E27FC236}">
                    <a16:creationId xmlns:a16="http://schemas.microsoft.com/office/drawing/2014/main" id="{10793947-01A9-45E9-9C1A-D96D5B220E1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5400000">
                <a:off x="9721056" y="3284272"/>
                <a:ext cx="23813" cy="252413"/>
              </a:xfrm>
              <a:prstGeom prst="rect">
                <a:avLst/>
              </a:pr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</p:sp>
          <p:sp>
            <p:nvSpPr>
              <p:cNvPr id="210" name="Freeform 32">
                <a:extLst>
                  <a:ext uri="{FF2B5EF4-FFF2-40B4-BE49-F238E27FC236}">
                    <a16:creationId xmlns:a16="http://schemas.microsoft.com/office/drawing/2014/main" id="{BF30035C-FBC7-40B2-B089-084EA4677BA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16200000" flipH="1" flipV="1">
                <a:off x="2122751" y="3532184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</p:sp>
          <p:sp>
            <p:nvSpPr>
              <p:cNvPr id="211" name="Freeform 33">
                <a:extLst>
                  <a:ext uri="{FF2B5EF4-FFF2-40B4-BE49-F238E27FC236}">
                    <a16:creationId xmlns:a16="http://schemas.microsoft.com/office/drawing/2014/main" id="{F3C7515F-9B43-411B-8D60-C38FA83FABB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16200000" flipH="1" flipV="1">
                <a:off x="1958445" y="3463128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</p:sp>
          <p:sp>
            <p:nvSpPr>
              <p:cNvPr id="212" name="Freeform 34">
                <a:extLst>
                  <a:ext uri="{FF2B5EF4-FFF2-40B4-BE49-F238E27FC236}">
                    <a16:creationId xmlns:a16="http://schemas.microsoft.com/office/drawing/2014/main" id="{709B1F65-34E0-401F-8C78-A5058C84BE6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16200000" flipH="1" flipV="1">
                <a:off x="858308" y="3726653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</p:sp>
          <p:sp>
            <p:nvSpPr>
              <p:cNvPr id="213" name="Freeform 37">
                <a:extLst>
                  <a:ext uri="{FF2B5EF4-FFF2-40B4-BE49-F238E27FC236}">
                    <a16:creationId xmlns:a16="http://schemas.microsoft.com/office/drawing/2014/main" id="{BECD5C03-173E-4590-BD11-26241C59C4A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16200000" flipH="1" flipV="1">
                <a:off x="1658407" y="3186902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</p:sp>
          <p:sp>
            <p:nvSpPr>
              <p:cNvPr id="214" name="Freeform 35">
                <a:extLst>
                  <a:ext uri="{FF2B5EF4-FFF2-40B4-BE49-F238E27FC236}">
                    <a16:creationId xmlns:a16="http://schemas.microsoft.com/office/drawing/2014/main" id="{14931415-56EE-4E4A-8832-D570F574502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16200000" flipH="1">
                <a:off x="1860814" y="271515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</p:sp>
          <p:sp>
            <p:nvSpPr>
              <p:cNvPr id="215" name="Freeform 36">
                <a:extLst>
                  <a:ext uri="{FF2B5EF4-FFF2-40B4-BE49-F238E27FC236}">
                    <a16:creationId xmlns:a16="http://schemas.microsoft.com/office/drawing/2014/main" id="{D881F11B-638D-4FEE-B212-B921A4C6D5B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16200000" flipH="1">
                <a:off x="1289314" y="3385079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</p:sp>
          <p:sp>
            <p:nvSpPr>
              <p:cNvPr id="216" name="Freeform 38">
                <a:extLst>
                  <a:ext uri="{FF2B5EF4-FFF2-40B4-BE49-F238E27FC236}">
                    <a16:creationId xmlns:a16="http://schemas.microsoft.com/office/drawing/2014/main" id="{2EC82DB3-9325-44B9-81C1-933CFF0F13B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16200000" flipH="1">
                <a:off x="605895" y="3247760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</p:sp>
          <p:sp>
            <p:nvSpPr>
              <p:cNvPr id="217" name="Freeform 39">
                <a:extLst>
                  <a:ext uri="{FF2B5EF4-FFF2-40B4-BE49-F238E27FC236}">
                    <a16:creationId xmlns:a16="http://schemas.microsoft.com/office/drawing/2014/main" id="{F3F62819-5FD5-4BB4-9FB1-9F1D5F2C667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16200000" flipH="1">
                <a:off x="1532202" y="2305578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</p:sp>
          <p:sp>
            <p:nvSpPr>
              <p:cNvPr id="218" name="Freeform 40">
                <a:extLst>
                  <a:ext uri="{FF2B5EF4-FFF2-40B4-BE49-F238E27FC236}">
                    <a16:creationId xmlns:a16="http://schemas.microsoft.com/office/drawing/2014/main" id="{003B73B7-62FB-478B-823D-DDB5BFC40B4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16200000" flipH="1">
                <a:off x="2154501" y="346127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</p:sp>
          <p:sp>
            <p:nvSpPr>
              <p:cNvPr id="219" name="Rectangle 41">
                <a:extLst>
                  <a:ext uri="{FF2B5EF4-FFF2-40B4-BE49-F238E27FC236}">
                    <a16:creationId xmlns:a16="http://schemas.microsoft.com/office/drawing/2014/main" id="{19F16A31-F5A3-45EF-AD4B-500C660849E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16200000" flipH="1">
                <a:off x="2448983" y="3436672"/>
                <a:ext cx="23813" cy="252413"/>
              </a:xfrm>
              <a:prstGeom prst="rect">
                <a:avLst/>
              </a:pr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</p:sp>
        </p:grpSp>
        <p:sp>
          <p:nvSpPr>
            <p:cNvPr id="198" name="Round Diagonal Corner Rectangle 7">
              <a:extLst>
                <a:ext uri="{FF2B5EF4-FFF2-40B4-BE49-F238E27FC236}">
                  <a16:creationId xmlns:a16="http://schemas.microsoft.com/office/drawing/2014/main" id="{80C915C2-7A87-4547-97CA-A14D39AB28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82333" y="2235200"/>
              <a:ext cx="7027334" cy="2396067"/>
            </a:xfrm>
            <a:prstGeom prst="round2DiagRect">
              <a:avLst>
                <a:gd name="adj1" fmla="val 9246"/>
                <a:gd name="adj2" fmla="val 0"/>
              </a:avLst>
            </a:prstGeom>
            <a:solidFill>
              <a:schemeClr val="bg1">
                <a:alpha val="80000"/>
              </a:schemeClr>
            </a:solidFill>
            <a:ln w="19050" cap="sq">
              <a:solidFill>
                <a:schemeClr val="tx2">
                  <a:alpha val="60000"/>
                </a:schemeClr>
              </a:solidFill>
              <a:miter lim="800000"/>
            </a:ln>
            <a:effectLst>
              <a:outerShdw blurRad="889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6B166F45-B532-47B5-BA6D-5899DB5CD9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7000" y="3052497"/>
            <a:ext cx="6858000" cy="885033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4800" dirty="0"/>
              <a:t>O que é </a:t>
            </a:r>
            <a:r>
              <a:rPr lang="en-US" sz="4800" dirty="0" err="1"/>
              <a:t>inteligência</a:t>
            </a:r>
            <a:r>
              <a:rPr lang="en-US" sz="4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6930695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48000"/>
                <a:hueMod val="106000"/>
                <a:satMod val="140000"/>
                <a:lumMod val="42000"/>
              </a:schemeClr>
              <a:schemeClr val="bg2">
                <a:tint val="98000"/>
                <a:hueMod val="92000"/>
                <a:satMod val="220000"/>
                <a:lumMod val="9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Round Diagonal Corner Rectangle 9">
            <a:extLst>
              <a:ext uri="{FF2B5EF4-FFF2-40B4-BE49-F238E27FC236}">
                <a16:creationId xmlns:a16="http://schemas.microsoft.com/office/drawing/2014/main" id="{14436AD2-BD0F-4545-B2E9-06007B35B8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8950" y="808057"/>
            <a:ext cx="5286376" cy="5234394"/>
          </a:xfrm>
          <a:prstGeom prst="round2DiagRect">
            <a:avLst>
              <a:gd name="adj1" fmla="val 7418"/>
              <a:gd name="adj2" fmla="val 0"/>
            </a:avLst>
          </a:prstGeom>
          <a:solidFill>
            <a:srgbClr val="FFFFFF"/>
          </a:solidFill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E9548B16-1881-497E-959D-61D99AAACB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8988" y="1704277"/>
            <a:ext cx="4635583" cy="3453509"/>
          </a:xfrm>
          <a:prstGeom prst="rect">
            <a:avLst/>
          </a:prstGeom>
        </p:spPr>
      </p:pic>
      <p:sp>
        <p:nvSpPr>
          <p:cNvPr id="14" name="Espaço Reservado para Conteúdo 13"/>
          <p:cNvSpPr>
            <a:spLocks noGrp="1"/>
          </p:cNvSpPr>
          <p:nvPr>
            <p:ph idx="1"/>
          </p:nvPr>
        </p:nvSpPr>
        <p:spPr>
          <a:xfrm>
            <a:off x="6569957" y="1074057"/>
            <a:ext cx="4747087" cy="4717144"/>
          </a:xfrm>
        </p:spPr>
        <p:txBody>
          <a:bodyPr rtlCol="0">
            <a:noAutofit/>
          </a:bodyPr>
          <a:lstStyle/>
          <a:p>
            <a:pPr marL="0" indent="0">
              <a:buNone/>
            </a:pPr>
            <a:r>
              <a:rPr lang="pt-BR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Inteligência é um conjunto que forma todas as características intelectuais de um indivíduo, ou seja, a faculdade de conhecer, compreender, raciocinar, pensar e interpretar.</a:t>
            </a:r>
          </a:p>
        </p:txBody>
      </p:sp>
    </p:spTree>
    <p:extLst>
      <p:ext uri="{BB962C8B-B14F-4D97-AF65-F5344CB8AC3E}">
        <p14:creationId xmlns:p14="http://schemas.microsoft.com/office/powerpoint/2010/main" val="2776484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8000"/>
                <a:hueMod val="94000"/>
                <a:satMod val="148000"/>
                <a:lumMod val="150000"/>
              </a:schemeClr>
            </a:gs>
            <a:gs pos="100000">
              <a:schemeClr val="bg1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>
            <a:extLst>
              <a:ext uri="{FF2B5EF4-FFF2-40B4-BE49-F238E27FC236}">
                <a16:creationId xmlns:a16="http://schemas.microsoft.com/office/drawing/2014/main" id="{9ACD3AF8-B16E-4174-8C1A-41F683C4AF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FF5EAD09-B81D-415F-8BCF-73C81AE05F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0" name="Rectangle 5">
              <a:extLst>
                <a:ext uri="{FF2B5EF4-FFF2-40B4-BE49-F238E27FC236}">
                  <a16:creationId xmlns:a16="http://schemas.microsoft.com/office/drawing/2014/main" id="{CFB79010-8ED4-49EF-AFD2-F4D8C80B69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4649B869-006E-42B5-9DDC-21049B130E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2" name="Freeform 7">
              <a:extLst>
                <a:ext uri="{FF2B5EF4-FFF2-40B4-BE49-F238E27FC236}">
                  <a16:creationId xmlns:a16="http://schemas.microsoft.com/office/drawing/2014/main" id="{443096BD-333F-48B6-8220-D1F9793E40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3" name="Rectangle 8">
              <a:extLst>
                <a:ext uri="{FF2B5EF4-FFF2-40B4-BE49-F238E27FC236}">
                  <a16:creationId xmlns:a16="http://schemas.microsoft.com/office/drawing/2014/main" id="{1A45BB9A-7E84-4B9B-923A-270A97F852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4" name="Freeform 9">
              <a:extLst>
                <a:ext uri="{FF2B5EF4-FFF2-40B4-BE49-F238E27FC236}">
                  <a16:creationId xmlns:a16="http://schemas.microsoft.com/office/drawing/2014/main" id="{D7D7C768-2F76-4DE2-A807-1B9FFF816C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Freeform 10">
              <a:extLst>
                <a:ext uri="{FF2B5EF4-FFF2-40B4-BE49-F238E27FC236}">
                  <a16:creationId xmlns:a16="http://schemas.microsoft.com/office/drawing/2014/main" id="{1870B32E-EE42-470E-B543-CA55AEC8CA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6" name="Freeform 11">
              <a:extLst>
                <a:ext uri="{FF2B5EF4-FFF2-40B4-BE49-F238E27FC236}">
                  <a16:creationId xmlns:a16="http://schemas.microsoft.com/office/drawing/2014/main" id="{EEF09120-11AA-4DB5-98A8-EC4923002C6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2">
              <a:extLst>
                <a:ext uri="{FF2B5EF4-FFF2-40B4-BE49-F238E27FC236}">
                  <a16:creationId xmlns:a16="http://schemas.microsoft.com/office/drawing/2014/main" id="{39CC463D-589C-461C-A234-0460EB06B8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3">
              <a:extLst>
                <a:ext uri="{FF2B5EF4-FFF2-40B4-BE49-F238E27FC236}">
                  <a16:creationId xmlns:a16="http://schemas.microsoft.com/office/drawing/2014/main" id="{B6516153-269A-421E-A021-CB3F3C5E1D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4">
              <a:extLst>
                <a:ext uri="{FF2B5EF4-FFF2-40B4-BE49-F238E27FC236}">
                  <a16:creationId xmlns:a16="http://schemas.microsoft.com/office/drawing/2014/main" id="{45E14300-6C4A-4F77-915F-F3B25B0237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5">
              <a:extLst>
                <a:ext uri="{FF2B5EF4-FFF2-40B4-BE49-F238E27FC236}">
                  <a16:creationId xmlns:a16="http://schemas.microsoft.com/office/drawing/2014/main" id="{993E312A-E6A6-4B52-ADE6-618ADC89BA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6">
              <a:extLst>
                <a:ext uri="{FF2B5EF4-FFF2-40B4-BE49-F238E27FC236}">
                  <a16:creationId xmlns:a16="http://schemas.microsoft.com/office/drawing/2014/main" id="{2F0F3026-2480-472B-8C52-36812C81EF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7">
              <a:extLst>
                <a:ext uri="{FF2B5EF4-FFF2-40B4-BE49-F238E27FC236}">
                  <a16:creationId xmlns:a16="http://schemas.microsoft.com/office/drawing/2014/main" id="{34E1C992-559D-4827-9F30-31A3CA7A2B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8">
              <a:extLst>
                <a:ext uri="{FF2B5EF4-FFF2-40B4-BE49-F238E27FC236}">
                  <a16:creationId xmlns:a16="http://schemas.microsoft.com/office/drawing/2014/main" id="{D9F2FB98-F443-498F-AAD9-6945825681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9">
              <a:extLst>
                <a:ext uri="{FF2B5EF4-FFF2-40B4-BE49-F238E27FC236}">
                  <a16:creationId xmlns:a16="http://schemas.microsoft.com/office/drawing/2014/main" id="{75DBF6EC-ED50-43E4-8A8B-64CE86A880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20">
              <a:extLst>
                <a:ext uri="{FF2B5EF4-FFF2-40B4-BE49-F238E27FC236}">
                  <a16:creationId xmlns:a16="http://schemas.microsoft.com/office/drawing/2014/main" id="{FD854F40-AC43-4F21-9C62-2CE35CFD2B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21">
              <a:extLst>
                <a:ext uri="{FF2B5EF4-FFF2-40B4-BE49-F238E27FC236}">
                  <a16:creationId xmlns:a16="http://schemas.microsoft.com/office/drawing/2014/main" id="{62CCB560-494A-4F74-9DE4-068806A893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2">
              <a:extLst>
                <a:ext uri="{FF2B5EF4-FFF2-40B4-BE49-F238E27FC236}">
                  <a16:creationId xmlns:a16="http://schemas.microsoft.com/office/drawing/2014/main" id="{6F9A05F2-B5D2-4D8A-9A78-14E45C13FE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3">
              <a:extLst>
                <a:ext uri="{FF2B5EF4-FFF2-40B4-BE49-F238E27FC236}">
                  <a16:creationId xmlns:a16="http://schemas.microsoft.com/office/drawing/2014/main" id="{A6373189-19BB-4BEC-84A3-432253E058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4">
              <a:extLst>
                <a:ext uri="{FF2B5EF4-FFF2-40B4-BE49-F238E27FC236}">
                  <a16:creationId xmlns:a16="http://schemas.microsoft.com/office/drawing/2014/main" id="{71AB3122-947A-44DB-B190-A2601C6C95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5">
              <a:extLst>
                <a:ext uri="{FF2B5EF4-FFF2-40B4-BE49-F238E27FC236}">
                  <a16:creationId xmlns:a16="http://schemas.microsoft.com/office/drawing/2014/main" id="{74B4109D-3AFC-4D44-87B1-0CDED3E638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6">
              <a:extLst>
                <a:ext uri="{FF2B5EF4-FFF2-40B4-BE49-F238E27FC236}">
                  <a16:creationId xmlns:a16="http://schemas.microsoft.com/office/drawing/2014/main" id="{44AAD39F-F7C9-4D00-95E0-0465B4E858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7">
              <a:extLst>
                <a:ext uri="{FF2B5EF4-FFF2-40B4-BE49-F238E27FC236}">
                  <a16:creationId xmlns:a16="http://schemas.microsoft.com/office/drawing/2014/main" id="{C1DCAB8D-6EF6-4A84-8D0C-AA9226DEC9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8">
              <a:extLst>
                <a:ext uri="{FF2B5EF4-FFF2-40B4-BE49-F238E27FC236}">
                  <a16:creationId xmlns:a16="http://schemas.microsoft.com/office/drawing/2014/main" id="{C407F97F-83CF-4703-B9E0-6335530E32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9">
              <a:extLst>
                <a:ext uri="{FF2B5EF4-FFF2-40B4-BE49-F238E27FC236}">
                  <a16:creationId xmlns:a16="http://schemas.microsoft.com/office/drawing/2014/main" id="{0D8D2363-5D84-4CFF-89AA-3C93C859DB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30">
              <a:extLst>
                <a:ext uri="{FF2B5EF4-FFF2-40B4-BE49-F238E27FC236}">
                  <a16:creationId xmlns:a16="http://schemas.microsoft.com/office/drawing/2014/main" id="{0435A35C-AC99-4E12-8CB0-9C640DAA94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31">
              <a:extLst>
                <a:ext uri="{FF2B5EF4-FFF2-40B4-BE49-F238E27FC236}">
                  <a16:creationId xmlns:a16="http://schemas.microsoft.com/office/drawing/2014/main" id="{F20392CF-2256-4527-836B-2E6F88596E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2">
              <a:extLst>
                <a:ext uri="{FF2B5EF4-FFF2-40B4-BE49-F238E27FC236}">
                  <a16:creationId xmlns:a16="http://schemas.microsoft.com/office/drawing/2014/main" id="{C52C3AD3-122C-4010-9C55-B0247F8CCAB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Rectangle 33">
              <a:extLst>
                <a:ext uri="{FF2B5EF4-FFF2-40B4-BE49-F238E27FC236}">
                  <a16:creationId xmlns:a16="http://schemas.microsoft.com/office/drawing/2014/main" id="{EFCB53ED-09C0-4AD7-9BBC-366833D5FE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39" name="Freeform 34">
              <a:extLst>
                <a:ext uri="{FF2B5EF4-FFF2-40B4-BE49-F238E27FC236}">
                  <a16:creationId xmlns:a16="http://schemas.microsoft.com/office/drawing/2014/main" id="{6F309F52-BFCF-47D9-8089-BC049540DB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Freeform 35">
              <a:extLst>
                <a:ext uri="{FF2B5EF4-FFF2-40B4-BE49-F238E27FC236}">
                  <a16:creationId xmlns:a16="http://schemas.microsoft.com/office/drawing/2014/main" id="{5F9AE85F-C7AA-4761-B468-2E100829BC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1" name="Freeform 36">
              <a:extLst>
                <a:ext uri="{FF2B5EF4-FFF2-40B4-BE49-F238E27FC236}">
                  <a16:creationId xmlns:a16="http://schemas.microsoft.com/office/drawing/2014/main" id="{2C81C778-91E5-4AE9-AACB-8566E7A28B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7">
              <a:extLst>
                <a:ext uri="{FF2B5EF4-FFF2-40B4-BE49-F238E27FC236}">
                  <a16:creationId xmlns:a16="http://schemas.microsoft.com/office/drawing/2014/main" id="{6C56E0B4-58A0-4B2B-BD56-54121BB8DB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8">
              <a:extLst>
                <a:ext uri="{FF2B5EF4-FFF2-40B4-BE49-F238E27FC236}">
                  <a16:creationId xmlns:a16="http://schemas.microsoft.com/office/drawing/2014/main" id="{88A29CFE-13A6-4509-946F-5C074F856E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9">
              <a:extLst>
                <a:ext uri="{FF2B5EF4-FFF2-40B4-BE49-F238E27FC236}">
                  <a16:creationId xmlns:a16="http://schemas.microsoft.com/office/drawing/2014/main" id="{00235A0A-018B-4499-AC16-AF83457BF4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40">
              <a:extLst>
                <a:ext uri="{FF2B5EF4-FFF2-40B4-BE49-F238E27FC236}">
                  <a16:creationId xmlns:a16="http://schemas.microsoft.com/office/drawing/2014/main" id="{861DF9B7-50DC-4EBE-8B23-97FE92DBBB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41">
              <a:extLst>
                <a:ext uri="{FF2B5EF4-FFF2-40B4-BE49-F238E27FC236}">
                  <a16:creationId xmlns:a16="http://schemas.microsoft.com/office/drawing/2014/main" id="{69673907-73D7-4729-A911-9BD078EC2E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2">
              <a:extLst>
                <a:ext uri="{FF2B5EF4-FFF2-40B4-BE49-F238E27FC236}">
                  <a16:creationId xmlns:a16="http://schemas.microsoft.com/office/drawing/2014/main" id="{4DC844D3-8053-4EE7-A286-50157B6FD8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3">
              <a:extLst>
                <a:ext uri="{FF2B5EF4-FFF2-40B4-BE49-F238E27FC236}">
                  <a16:creationId xmlns:a16="http://schemas.microsoft.com/office/drawing/2014/main" id="{D67575A0-A45A-4773-874C-16370E3670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4">
              <a:extLst>
                <a:ext uri="{FF2B5EF4-FFF2-40B4-BE49-F238E27FC236}">
                  <a16:creationId xmlns:a16="http://schemas.microsoft.com/office/drawing/2014/main" id="{4327252B-B62B-4DE0-A924-B7F6E40AD9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Rectangle 45">
              <a:extLst>
                <a:ext uri="{FF2B5EF4-FFF2-40B4-BE49-F238E27FC236}">
                  <a16:creationId xmlns:a16="http://schemas.microsoft.com/office/drawing/2014/main" id="{778BC6A7-AC19-497B-A7C6-E447B2EBDA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1" name="Freeform 46">
              <a:extLst>
                <a:ext uri="{FF2B5EF4-FFF2-40B4-BE49-F238E27FC236}">
                  <a16:creationId xmlns:a16="http://schemas.microsoft.com/office/drawing/2014/main" id="{4E79A87B-BF1F-437A-9FED-BE93025E50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Freeform 47">
              <a:extLst>
                <a:ext uri="{FF2B5EF4-FFF2-40B4-BE49-F238E27FC236}">
                  <a16:creationId xmlns:a16="http://schemas.microsoft.com/office/drawing/2014/main" id="{DFAAF3CC-B4E0-45C8-AC2D-EF0D6D823D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3" name="Freeform 48">
              <a:extLst>
                <a:ext uri="{FF2B5EF4-FFF2-40B4-BE49-F238E27FC236}">
                  <a16:creationId xmlns:a16="http://schemas.microsoft.com/office/drawing/2014/main" id="{A5A12C87-1E4A-4664-B2F4-A1C8B656F9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9">
              <a:extLst>
                <a:ext uri="{FF2B5EF4-FFF2-40B4-BE49-F238E27FC236}">
                  <a16:creationId xmlns:a16="http://schemas.microsoft.com/office/drawing/2014/main" id="{B3AF8230-4630-4505-ADDB-16A9B6B377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50">
              <a:extLst>
                <a:ext uri="{FF2B5EF4-FFF2-40B4-BE49-F238E27FC236}">
                  <a16:creationId xmlns:a16="http://schemas.microsoft.com/office/drawing/2014/main" id="{33F93F6D-724D-42F3-AF1D-3081EAB5D1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51">
              <a:extLst>
                <a:ext uri="{FF2B5EF4-FFF2-40B4-BE49-F238E27FC236}">
                  <a16:creationId xmlns:a16="http://schemas.microsoft.com/office/drawing/2014/main" id="{F5DD7A8F-FB67-4E79-80DB-0FAF3A0989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2">
              <a:extLst>
                <a:ext uri="{FF2B5EF4-FFF2-40B4-BE49-F238E27FC236}">
                  <a16:creationId xmlns:a16="http://schemas.microsoft.com/office/drawing/2014/main" id="{7B140A84-E89E-4A80-9DF8-7BCA45F908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3">
              <a:extLst>
                <a:ext uri="{FF2B5EF4-FFF2-40B4-BE49-F238E27FC236}">
                  <a16:creationId xmlns:a16="http://schemas.microsoft.com/office/drawing/2014/main" id="{279E1D6A-EFE2-44C6-A5BF-DFADF0DC91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4">
              <a:extLst>
                <a:ext uri="{FF2B5EF4-FFF2-40B4-BE49-F238E27FC236}">
                  <a16:creationId xmlns:a16="http://schemas.microsoft.com/office/drawing/2014/main" id="{C9FA2204-561F-4ABB-988C-03053820F1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5">
              <a:extLst>
                <a:ext uri="{FF2B5EF4-FFF2-40B4-BE49-F238E27FC236}">
                  <a16:creationId xmlns:a16="http://schemas.microsoft.com/office/drawing/2014/main" id="{8BD7D04E-AC0A-424F-BC40-28842DAFFA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6">
              <a:extLst>
                <a:ext uri="{FF2B5EF4-FFF2-40B4-BE49-F238E27FC236}">
                  <a16:creationId xmlns:a16="http://schemas.microsoft.com/office/drawing/2014/main" id="{32B616A2-FE09-47DD-B58C-12EE58B7CA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7">
              <a:extLst>
                <a:ext uri="{FF2B5EF4-FFF2-40B4-BE49-F238E27FC236}">
                  <a16:creationId xmlns:a16="http://schemas.microsoft.com/office/drawing/2014/main" id="{08C5EAF5-6064-484E-BA05-80D09D84EA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8">
              <a:extLst>
                <a:ext uri="{FF2B5EF4-FFF2-40B4-BE49-F238E27FC236}">
                  <a16:creationId xmlns:a16="http://schemas.microsoft.com/office/drawing/2014/main" id="{F11D90DF-D275-4725-884C-77E5E01D89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9BE10567-6165-46A7-867D-4690A16B46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1"/>
            <a:ext cx="12192003" cy="6858001"/>
            <a:chOff x="0" y="-1"/>
            <a:chExt cx="12192003" cy="6858001"/>
          </a:xfrm>
        </p:grpSpPr>
        <p:sp useBgFill="1">
          <p:nvSpPr>
            <p:cNvPr id="66" name="Rectangle 65">
              <a:extLst>
                <a:ext uri="{FF2B5EF4-FFF2-40B4-BE49-F238E27FC236}">
                  <a16:creationId xmlns:a16="http://schemas.microsoft.com/office/drawing/2014/main" id="{0F4DB1F4-429C-4C85-85D7-C4D81996D3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" y="-1"/>
              <a:ext cx="121920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67" name="Picture 2">
              <a:extLst>
                <a:ext uri="{FF2B5EF4-FFF2-40B4-BE49-F238E27FC236}">
                  <a16:creationId xmlns:a16="http://schemas.microsoft.com/office/drawing/2014/main" id="{159C0DA6-71D9-4C96-A774-7FADF5E0A4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 noChangeArrowheads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2">
              <a:alphaModFix amt="30000"/>
              <a:duotone>
                <a:prstClr val="black"/>
                <a:schemeClr val="tx2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-1"/>
              <a:ext cx="12192003" cy="685800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69" name="Round Diagonal Corner Rectangle 7">
            <a:extLst>
              <a:ext uri="{FF2B5EF4-FFF2-40B4-BE49-F238E27FC236}">
                <a16:creationId xmlns:a16="http://schemas.microsoft.com/office/drawing/2014/main" id="{4B24F6DB-F114-44A7-BB56-D401884E4E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582333" y="2235200"/>
            <a:ext cx="7027334" cy="2396067"/>
          </a:xfrm>
          <a:prstGeom prst="round2DiagRect">
            <a:avLst>
              <a:gd name="adj1" fmla="val 9246"/>
              <a:gd name="adj2" fmla="val 0"/>
            </a:avLst>
          </a:prstGeom>
          <a:solidFill>
            <a:srgbClr val="000000">
              <a:alpha val="80000"/>
            </a:srgbClr>
          </a:solidFill>
          <a:ln w="19050" cap="sq">
            <a:solidFill>
              <a:schemeClr val="tx2"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1" name="Group 70">
            <a:extLst>
              <a:ext uri="{FF2B5EF4-FFF2-40B4-BE49-F238E27FC236}">
                <a16:creationId xmlns:a16="http://schemas.microsoft.com/office/drawing/2014/main" id="{4DB50ECD-225E-4F81-AF7B-706DD05F3B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05895" y="2900097"/>
            <a:ext cx="10982062" cy="1211524"/>
            <a:chOff x="605895" y="2900097"/>
            <a:chExt cx="10982062" cy="1211524"/>
          </a:xfrm>
          <a:effectLst/>
        </p:grpSpPr>
        <p:sp>
          <p:nvSpPr>
            <p:cNvPr id="72" name="Freeform 32">
              <a:extLst>
                <a:ext uri="{FF2B5EF4-FFF2-40B4-BE49-F238E27FC236}">
                  <a16:creationId xmlns:a16="http://schemas.microsoft.com/office/drawing/2014/main" id="{CBC3B006-1357-4969-BC3D-CDD91E492B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 flipV="1">
              <a:off x="9653587" y="3379784"/>
              <a:ext cx="417513" cy="512763"/>
            </a:xfrm>
            <a:custGeom>
              <a:avLst/>
              <a:gdLst/>
              <a:ahLst/>
              <a:cxnLst/>
              <a:rect l="0" t="0" r="r" b="b"/>
              <a:pathLst>
                <a:path w="263" h="323">
                  <a:moveTo>
                    <a:pt x="12" y="323"/>
                  </a:moveTo>
                  <a:lnTo>
                    <a:pt x="0" y="314"/>
                  </a:lnTo>
                  <a:lnTo>
                    <a:pt x="203" y="108"/>
                  </a:lnTo>
                  <a:lnTo>
                    <a:pt x="248" y="0"/>
                  </a:lnTo>
                  <a:lnTo>
                    <a:pt x="263" y="6"/>
                  </a:lnTo>
                  <a:lnTo>
                    <a:pt x="218" y="117"/>
                  </a:lnTo>
                  <a:lnTo>
                    <a:pt x="218" y="117"/>
                  </a:lnTo>
                  <a:lnTo>
                    <a:pt x="12" y="323"/>
                  </a:ln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</p:sp>
        <p:sp>
          <p:nvSpPr>
            <p:cNvPr id="73" name="Freeform 33">
              <a:extLst>
                <a:ext uri="{FF2B5EF4-FFF2-40B4-BE49-F238E27FC236}">
                  <a16:creationId xmlns:a16="http://schemas.microsoft.com/office/drawing/2014/main" id="{0D6E4F1D-B331-41B5-90EF-2236C1EE15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 flipV="1">
              <a:off x="10078244" y="3310728"/>
              <a:ext cx="157163" cy="152400"/>
            </a:xfrm>
            <a:custGeom>
              <a:avLst/>
              <a:gdLst/>
              <a:ahLst/>
              <a:cxnLst/>
              <a:rect l="0" t="0" r="r" b="b"/>
              <a:pathLst>
                <a:path w="33" h="32">
                  <a:moveTo>
                    <a:pt x="17" y="32"/>
                  </a:moveTo>
                  <a:cubicBezTo>
                    <a:pt x="13" y="32"/>
                    <a:pt x="9" y="30"/>
                    <a:pt x="6" y="27"/>
                  </a:cubicBezTo>
                  <a:cubicBezTo>
                    <a:pt x="0" y="21"/>
                    <a:pt x="0" y="11"/>
                    <a:pt x="6" y="5"/>
                  </a:cubicBezTo>
                  <a:cubicBezTo>
                    <a:pt x="9" y="2"/>
                    <a:pt x="13" y="0"/>
                    <a:pt x="17" y="0"/>
                  </a:cubicBezTo>
                  <a:cubicBezTo>
                    <a:pt x="21" y="0"/>
                    <a:pt x="25" y="2"/>
                    <a:pt x="28" y="5"/>
                  </a:cubicBezTo>
                  <a:cubicBezTo>
                    <a:pt x="31" y="8"/>
                    <a:pt x="33" y="12"/>
                    <a:pt x="33" y="16"/>
                  </a:cubicBezTo>
                  <a:cubicBezTo>
                    <a:pt x="33" y="20"/>
                    <a:pt x="31" y="24"/>
                    <a:pt x="28" y="27"/>
                  </a:cubicBezTo>
                  <a:cubicBezTo>
                    <a:pt x="25" y="30"/>
                    <a:pt x="21" y="32"/>
                    <a:pt x="17" y="32"/>
                  </a:cubicBezTo>
                  <a:close/>
                  <a:moveTo>
                    <a:pt x="17" y="4"/>
                  </a:moveTo>
                  <a:cubicBezTo>
                    <a:pt x="14" y="4"/>
                    <a:pt x="11" y="6"/>
                    <a:pt x="9" y="8"/>
                  </a:cubicBezTo>
                  <a:cubicBezTo>
                    <a:pt x="4" y="12"/>
                    <a:pt x="4" y="20"/>
                    <a:pt x="9" y="24"/>
                  </a:cubicBezTo>
                  <a:cubicBezTo>
                    <a:pt x="11" y="27"/>
                    <a:pt x="14" y="28"/>
                    <a:pt x="17" y="28"/>
                  </a:cubicBezTo>
                  <a:cubicBezTo>
                    <a:pt x="20" y="28"/>
                    <a:pt x="23" y="27"/>
                    <a:pt x="26" y="24"/>
                  </a:cubicBezTo>
                  <a:cubicBezTo>
                    <a:pt x="30" y="20"/>
                    <a:pt x="30" y="12"/>
                    <a:pt x="26" y="8"/>
                  </a:cubicBezTo>
                  <a:cubicBezTo>
                    <a:pt x="23" y="6"/>
                    <a:pt x="20" y="4"/>
                    <a:pt x="17" y="4"/>
                  </a:cubicBez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</p:sp>
        <p:sp>
          <p:nvSpPr>
            <p:cNvPr id="74" name="Freeform 34">
              <a:extLst>
                <a:ext uri="{FF2B5EF4-FFF2-40B4-BE49-F238E27FC236}">
                  <a16:creationId xmlns:a16="http://schemas.microsoft.com/office/drawing/2014/main" id="{54A60014-21DF-44E5-9137-4335718850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 flipV="1">
              <a:off x="11146631" y="3574253"/>
              <a:ext cx="188913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</p:sp>
        <p:sp>
          <p:nvSpPr>
            <p:cNvPr id="75" name="Freeform 37">
              <a:extLst>
                <a:ext uri="{FF2B5EF4-FFF2-40B4-BE49-F238E27FC236}">
                  <a16:creationId xmlns:a16="http://schemas.microsoft.com/office/drawing/2014/main" id="{40B768C0-B003-45F4-9A06-EA3509A90B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 flipV="1">
              <a:off x="10230644" y="3034502"/>
              <a:ext cx="304800" cy="1544638"/>
            </a:xfrm>
            <a:custGeom>
              <a:avLst/>
              <a:gdLst/>
              <a:ahLst/>
              <a:cxnLst/>
              <a:rect l="0" t="0" r="r" b="b"/>
              <a:pathLst>
                <a:path w="192" h="973">
                  <a:moveTo>
                    <a:pt x="15" y="973"/>
                  </a:moveTo>
                  <a:lnTo>
                    <a:pt x="0" y="973"/>
                  </a:lnTo>
                  <a:lnTo>
                    <a:pt x="0" y="790"/>
                  </a:lnTo>
                  <a:lnTo>
                    <a:pt x="174" y="614"/>
                  </a:lnTo>
                  <a:lnTo>
                    <a:pt x="174" y="0"/>
                  </a:lnTo>
                  <a:lnTo>
                    <a:pt x="192" y="0"/>
                  </a:lnTo>
                  <a:lnTo>
                    <a:pt x="192" y="620"/>
                  </a:lnTo>
                  <a:lnTo>
                    <a:pt x="15" y="796"/>
                  </a:lnTo>
                  <a:lnTo>
                    <a:pt x="15" y="973"/>
                  </a:ln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</p:sp>
        <p:sp>
          <p:nvSpPr>
            <p:cNvPr id="76" name="Freeform 35">
              <a:extLst>
                <a:ext uri="{FF2B5EF4-FFF2-40B4-BE49-F238E27FC236}">
                  <a16:creationId xmlns:a16="http://schemas.microsoft.com/office/drawing/2014/main" id="{5E479182-2054-4AD9-823D-81CFAD7F2C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>
              <a:off x="10034587" y="2562753"/>
              <a:ext cx="298450" cy="1154113"/>
            </a:xfrm>
            <a:custGeom>
              <a:avLst/>
              <a:gdLst/>
              <a:ahLst/>
              <a:cxnLst/>
              <a:rect l="0" t="0" r="r" b="b"/>
              <a:pathLst>
                <a:path w="188" h="727">
                  <a:moveTo>
                    <a:pt x="15" y="727"/>
                  </a:moveTo>
                  <a:lnTo>
                    <a:pt x="0" y="727"/>
                  </a:lnTo>
                  <a:lnTo>
                    <a:pt x="0" y="407"/>
                  </a:lnTo>
                  <a:lnTo>
                    <a:pt x="0" y="407"/>
                  </a:lnTo>
                  <a:lnTo>
                    <a:pt x="176" y="0"/>
                  </a:lnTo>
                  <a:lnTo>
                    <a:pt x="188" y="6"/>
                  </a:lnTo>
                  <a:lnTo>
                    <a:pt x="15" y="410"/>
                  </a:lnTo>
                  <a:lnTo>
                    <a:pt x="15" y="727"/>
                  </a:ln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</p:sp>
        <p:sp>
          <p:nvSpPr>
            <p:cNvPr id="77" name="Freeform 36">
              <a:extLst>
                <a:ext uri="{FF2B5EF4-FFF2-40B4-BE49-F238E27FC236}">
                  <a16:creationId xmlns:a16="http://schemas.microsoft.com/office/drawing/2014/main" id="{A7D912CF-756A-41F1-8BF1-5BA7D1BD05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>
              <a:off x="10747375" y="3232679"/>
              <a:ext cx="157163" cy="155575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5"/>
                    <a:pt x="0" y="16"/>
                  </a:cubicBezTo>
                  <a:cubicBezTo>
                    <a:pt x="0" y="7"/>
                    <a:pt x="8" y="0"/>
                    <a:pt x="17" y="0"/>
                  </a:cubicBezTo>
                  <a:cubicBezTo>
                    <a:pt x="26" y="0"/>
                    <a:pt x="33" y="7"/>
                    <a:pt x="33" y="16"/>
                  </a:cubicBezTo>
                  <a:cubicBezTo>
                    <a:pt x="33" y="25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9"/>
                    <a:pt x="4" y="16"/>
                  </a:cubicBezTo>
                  <a:cubicBezTo>
                    <a:pt x="4" y="23"/>
                    <a:pt x="10" y="29"/>
                    <a:pt x="17" y="29"/>
                  </a:cubicBezTo>
                  <a:cubicBezTo>
                    <a:pt x="23" y="29"/>
                    <a:pt x="29" y="23"/>
                    <a:pt x="29" y="16"/>
                  </a:cubicBezTo>
                  <a:cubicBezTo>
                    <a:pt x="29" y="9"/>
                    <a:pt x="23" y="4"/>
                    <a:pt x="17" y="4"/>
                  </a:cubicBez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</p:sp>
        <p:sp>
          <p:nvSpPr>
            <p:cNvPr id="78" name="Freeform 38">
              <a:extLst>
                <a:ext uri="{FF2B5EF4-FFF2-40B4-BE49-F238E27FC236}">
                  <a16:creationId xmlns:a16="http://schemas.microsoft.com/office/drawing/2014/main" id="{734B6F35-2160-44B1-AB00-F628C84B14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>
              <a:off x="11399044" y="3095360"/>
              <a:ext cx="188913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</p:sp>
        <p:sp>
          <p:nvSpPr>
            <p:cNvPr id="79" name="Freeform 39">
              <a:extLst>
                <a:ext uri="{FF2B5EF4-FFF2-40B4-BE49-F238E27FC236}">
                  <a16:creationId xmlns:a16="http://schemas.microsoft.com/office/drawing/2014/main" id="{D8657E76-4F63-44FE-86C5-54CA174FCB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>
              <a:off x="10353675" y="2153178"/>
              <a:ext cx="307975" cy="1801813"/>
            </a:xfrm>
            <a:custGeom>
              <a:avLst/>
              <a:gdLst/>
              <a:ahLst/>
              <a:cxnLst/>
              <a:rect l="0" t="0" r="r" b="b"/>
              <a:pathLst>
                <a:path w="194" h="1135">
                  <a:moveTo>
                    <a:pt x="18" y="1135"/>
                  </a:moveTo>
                  <a:lnTo>
                    <a:pt x="0" y="1135"/>
                  </a:lnTo>
                  <a:lnTo>
                    <a:pt x="0" y="354"/>
                  </a:lnTo>
                  <a:lnTo>
                    <a:pt x="176" y="177"/>
                  </a:lnTo>
                  <a:lnTo>
                    <a:pt x="176" y="0"/>
                  </a:lnTo>
                  <a:lnTo>
                    <a:pt x="194" y="0"/>
                  </a:lnTo>
                  <a:lnTo>
                    <a:pt x="194" y="183"/>
                  </a:lnTo>
                  <a:lnTo>
                    <a:pt x="18" y="360"/>
                  </a:lnTo>
                  <a:lnTo>
                    <a:pt x="18" y="1135"/>
                  </a:ln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</p:sp>
        <p:sp>
          <p:nvSpPr>
            <p:cNvPr id="80" name="Freeform 40">
              <a:extLst>
                <a:ext uri="{FF2B5EF4-FFF2-40B4-BE49-F238E27FC236}">
                  <a16:creationId xmlns:a16="http://schemas.microsoft.com/office/drawing/2014/main" id="{482CEB8C-90E5-4152-8B52-A2881B98A3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>
              <a:off x="9848850" y="330887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</p:sp>
        <p:sp>
          <p:nvSpPr>
            <p:cNvPr id="81" name="Rectangle 41">
              <a:extLst>
                <a:ext uri="{FF2B5EF4-FFF2-40B4-BE49-F238E27FC236}">
                  <a16:creationId xmlns:a16="http://schemas.microsoft.com/office/drawing/2014/main" id="{85010FC2-BC4C-4692-876D-7FE363BFC6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>
              <a:off x="9721056" y="3284272"/>
              <a:ext cx="23813" cy="252413"/>
            </a:xfrm>
            <a:prstGeom prst="rect">
              <a:avLst/>
            </a:pr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</p:sp>
        <p:sp>
          <p:nvSpPr>
            <p:cNvPr id="82" name="Freeform 32">
              <a:extLst>
                <a:ext uri="{FF2B5EF4-FFF2-40B4-BE49-F238E27FC236}">
                  <a16:creationId xmlns:a16="http://schemas.microsoft.com/office/drawing/2014/main" id="{714C1223-2B78-4715-9ACB-079A60D16D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6200000" flipH="1" flipV="1">
              <a:off x="2122751" y="3532184"/>
              <a:ext cx="417513" cy="512763"/>
            </a:xfrm>
            <a:custGeom>
              <a:avLst/>
              <a:gdLst/>
              <a:ahLst/>
              <a:cxnLst/>
              <a:rect l="0" t="0" r="r" b="b"/>
              <a:pathLst>
                <a:path w="263" h="323">
                  <a:moveTo>
                    <a:pt x="12" y="323"/>
                  </a:moveTo>
                  <a:lnTo>
                    <a:pt x="0" y="314"/>
                  </a:lnTo>
                  <a:lnTo>
                    <a:pt x="203" y="108"/>
                  </a:lnTo>
                  <a:lnTo>
                    <a:pt x="248" y="0"/>
                  </a:lnTo>
                  <a:lnTo>
                    <a:pt x="263" y="6"/>
                  </a:lnTo>
                  <a:lnTo>
                    <a:pt x="218" y="117"/>
                  </a:lnTo>
                  <a:lnTo>
                    <a:pt x="218" y="117"/>
                  </a:lnTo>
                  <a:lnTo>
                    <a:pt x="12" y="323"/>
                  </a:ln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</p:sp>
        <p:sp>
          <p:nvSpPr>
            <p:cNvPr id="83" name="Freeform 33">
              <a:extLst>
                <a:ext uri="{FF2B5EF4-FFF2-40B4-BE49-F238E27FC236}">
                  <a16:creationId xmlns:a16="http://schemas.microsoft.com/office/drawing/2014/main" id="{1D9109D3-C92A-410B-9B43-5F02B2D84E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6200000" flipH="1" flipV="1">
              <a:off x="1958445" y="3463128"/>
              <a:ext cx="157163" cy="152400"/>
            </a:xfrm>
            <a:custGeom>
              <a:avLst/>
              <a:gdLst/>
              <a:ahLst/>
              <a:cxnLst/>
              <a:rect l="0" t="0" r="r" b="b"/>
              <a:pathLst>
                <a:path w="33" h="32">
                  <a:moveTo>
                    <a:pt x="17" y="32"/>
                  </a:moveTo>
                  <a:cubicBezTo>
                    <a:pt x="13" y="32"/>
                    <a:pt x="9" y="30"/>
                    <a:pt x="6" y="27"/>
                  </a:cubicBezTo>
                  <a:cubicBezTo>
                    <a:pt x="0" y="21"/>
                    <a:pt x="0" y="11"/>
                    <a:pt x="6" y="5"/>
                  </a:cubicBezTo>
                  <a:cubicBezTo>
                    <a:pt x="9" y="2"/>
                    <a:pt x="13" y="0"/>
                    <a:pt x="17" y="0"/>
                  </a:cubicBezTo>
                  <a:cubicBezTo>
                    <a:pt x="21" y="0"/>
                    <a:pt x="25" y="2"/>
                    <a:pt x="28" y="5"/>
                  </a:cubicBezTo>
                  <a:cubicBezTo>
                    <a:pt x="31" y="8"/>
                    <a:pt x="33" y="12"/>
                    <a:pt x="33" y="16"/>
                  </a:cubicBezTo>
                  <a:cubicBezTo>
                    <a:pt x="33" y="20"/>
                    <a:pt x="31" y="24"/>
                    <a:pt x="28" y="27"/>
                  </a:cubicBezTo>
                  <a:cubicBezTo>
                    <a:pt x="25" y="30"/>
                    <a:pt x="21" y="32"/>
                    <a:pt x="17" y="32"/>
                  </a:cubicBezTo>
                  <a:close/>
                  <a:moveTo>
                    <a:pt x="17" y="4"/>
                  </a:moveTo>
                  <a:cubicBezTo>
                    <a:pt x="14" y="4"/>
                    <a:pt x="11" y="6"/>
                    <a:pt x="9" y="8"/>
                  </a:cubicBezTo>
                  <a:cubicBezTo>
                    <a:pt x="4" y="12"/>
                    <a:pt x="4" y="20"/>
                    <a:pt x="9" y="24"/>
                  </a:cubicBezTo>
                  <a:cubicBezTo>
                    <a:pt x="11" y="27"/>
                    <a:pt x="14" y="28"/>
                    <a:pt x="17" y="28"/>
                  </a:cubicBezTo>
                  <a:cubicBezTo>
                    <a:pt x="20" y="28"/>
                    <a:pt x="23" y="27"/>
                    <a:pt x="26" y="24"/>
                  </a:cubicBezTo>
                  <a:cubicBezTo>
                    <a:pt x="30" y="20"/>
                    <a:pt x="30" y="12"/>
                    <a:pt x="26" y="8"/>
                  </a:cubicBezTo>
                  <a:cubicBezTo>
                    <a:pt x="23" y="6"/>
                    <a:pt x="20" y="4"/>
                    <a:pt x="17" y="4"/>
                  </a:cubicBez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</p:sp>
        <p:sp>
          <p:nvSpPr>
            <p:cNvPr id="84" name="Freeform 34">
              <a:extLst>
                <a:ext uri="{FF2B5EF4-FFF2-40B4-BE49-F238E27FC236}">
                  <a16:creationId xmlns:a16="http://schemas.microsoft.com/office/drawing/2014/main" id="{EF5B327A-A1AE-42F3-815E-84F4AA2948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6200000" flipH="1" flipV="1">
              <a:off x="858308" y="3726653"/>
              <a:ext cx="188913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</p:sp>
        <p:sp>
          <p:nvSpPr>
            <p:cNvPr id="85" name="Freeform 37">
              <a:extLst>
                <a:ext uri="{FF2B5EF4-FFF2-40B4-BE49-F238E27FC236}">
                  <a16:creationId xmlns:a16="http://schemas.microsoft.com/office/drawing/2014/main" id="{77738BDE-751F-4D4C-B4C4-C9DF3EA291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6200000" flipH="1" flipV="1">
              <a:off x="1658407" y="3186902"/>
              <a:ext cx="304800" cy="1544638"/>
            </a:xfrm>
            <a:custGeom>
              <a:avLst/>
              <a:gdLst/>
              <a:ahLst/>
              <a:cxnLst/>
              <a:rect l="0" t="0" r="r" b="b"/>
              <a:pathLst>
                <a:path w="192" h="973">
                  <a:moveTo>
                    <a:pt x="15" y="973"/>
                  </a:moveTo>
                  <a:lnTo>
                    <a:pt x="0" y="973"/>
                  </a:lnTo>
                  <a:lnTo>
                    <a:pt x="0" y="790"/>
                  </a:lnTo>
                  <a:lnTo>
                    <a:pt x="174" y="614"/>
                  </a:lnTo>
                  <a:lnTo>
                    <a:pt x="174" y="0"/>
                  </a:lnTo>
                  <a:lnTo>
                    <a:pt x="192" y="0"/>
                  </a:lnTo>
                  <a:lnTo>
                    <a:pt x="192" y="620"/>
                  </a:lnTo>
                  <a:lnTo>
                    <a:pt x="15" y="796"/>
                  </a:lnTo>
                  <a:lnTo>
                    <a:pt x="15" y="973"/>
                  </a:ln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</p:sp>
        <p:sp>
          <p:nvSpPr>
            <p:cNvPr id="86" name="Freeform 35">
              <a:extLst>
                <a:ext uri="{FF2B5EF4-FFF2-40B4-BE49-F238E27FC236}">
                  <a16:creationId xmlns:a16="http://schemas.microsoft.com/office/drawing/2014/main" id="{9C8C4AD6-72BF-490C-963C-97C7FD7E7E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6200000" flipH="1">
              <a:off x="1860814" y="2715153"/>
              <a:ext cx="298450" cy="1154113"/>
            </a:xfrm>
            <a:custGeom>
              <a:avLst/>
              <a:gdLst/>
              <a:ahLst/>
              <a:cxnLst/>
              <a:rect l="0" t="0" r="r" b="b"/>
              <a:pathLst>
                <a:path w="188" h="727">
                  <a:moveTo>
                    <a:pt x="15" y="727"/>
                  </a:moveTo>
                  <a:lnTo>
                    <a:pt x="0" y="727"/>
                  </a:lnTo>
                  <a:lnTo>
                    <a:pt x="0" y="407"/>
                  </a:lnTo>
                  <a:lnTo>
                    <a:pt x="0" y="407"/>
                  </a:lnTo>
                  <a:lnTo>
                    <a:pt x="176" y="0"/>
                  </a:lnTo>
                  <a:lnTo>
                    <a:pt x="188" y="6"/>
                  </a:lnTo>
                  <a:lnTo>
                    <a:pt x="15" y="410"/>
                  </a:lnTo>
                  <a:lnTo>
                    <a:pt x="15" y="727"/>
                  </a:ln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</p:sp>
        <p:sp>
          <p:nvSpPr>
            <p:cNvPr id="87" name="Freeform 36">
              <a:extLst>
                <a:ext uri="{FF2B5EF4-FFF2-40B4-BE49-F238E27FC236}">
                  <a16:creationId xmlns:a16="http://schemas.microsoft.com/office/drawing/2014/main" id="{94990E31-5AA8-4502-A963-CE1B539DAC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6200000" flipH="1">
              <a:off x="1289314" y="3385079"/>
              <a:ext cx="157163" cy="155575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5"/>
                    <a:pt x="0" y="16"/>
                  </a:cubicBezTo>
                  <a:cubicBezTo>
                    <a:pt x="0" y="7"/>
                    <a:pt x="8" y="0"/>
                    <a:pt x="17" y="0"/>
                  </a:cubicBezTo>
                  <a:cubicBezTo>
                    <a:pt x="26" y="0"/>
                    <a:pt x="33" y="7"/>
                    <a:pt x="33" y="16"/>
                  </a:cubicBezTo>
                  <a:cubicBezTo>
                    <a:pt x="33" y="25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9"/>
                    <a:pt x="4" y="16"/>
                  </a:cubicBezTo>
                  <a:cubicBezTo>
                    <a:pt x="4" y="23"/>
                    <a:pt x="10" y="29"/>
                    <a:pt x="17" y="29"/>
                  </a:cubicBezTo>
                  <a:cubicBezTo>
                    <a:pt x="23" y="29"/>
                    <a:pt x="29" y="23"/>
                    <a:pt x="29" y="16"/>
                  </a:cubicBezTo>
                  <a:cubicBezTo>
                    <a:pt x="29" y="9"/>
                    <a:pt x="23" y="4"/>
                    <a:pt x="17" y="4"/>
                  </a:cubicBez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</p:sp>
        <p:sp>
          <p:nvSpPr>
            <p:cNvPr id="88" name="Freeform 38">
              <a:extLst>
                <a:ext uri="{FF2B5EF4-FFF2-40B4-BE49-F238E27FC236}">
                  <a16:creationId xmlns:a16="http://schemas.microsoft.com/office/drawing/2014/main" id="{9E703E9D-ED76-449C-A8C0-7A1E24B8B2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6200000" flipH="1">
              <a:off x="605895" y="3247760"/>
              <a:ext cx="188913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</p:sp>
        <p:sp>
          <p:nvSpPr>
            <p:cNvPr id="89" name="Freeform 39">
              <a:extLst>
                <a:ext uri="{FF2B5EF4-FFF2-40B4-BE49-F238E27FC236}">
                  <a16:creationId xmlns:a16="http://schemas.microsoft.com/office/drawing/2014/main" id="{C70A75E8-C815-4CCF-ABEE-83F19BFE05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6200000" flipH="1">
              <a:off x="1532202" y="2305578"/>
              <a:ext cx="307975" cy="1801813"/>
            </a:xfrm>
            <a:custGeom>
              <a:avLst/>
              <a:gdLst/>
              <a:ahLst/>
              <a:cxnLst/>
              <a:rect l="0" t="0" r="r" b="b"/>
              <a:pathLst>
                <a:path w="194" h="1135">
                  <a:moveTo>
                    <a:pt x="18" y="1135"/>
                  </a:moveTo>
                  <a:lnTo>
                    <a:pt x="0" y="1135"/>
                  </a:lnTo>
                  <a:lnTo>
                    <a:pt x="0" y="354"/>
                  </a:lnTo>
                  <a:lnTo>
                    <a:pt x="176" y="177"/>
                  </a:lnTo>
                  <a:lnTo>
                    <a:pt x="176" y="0"/>
                  </a:lnTo>
                  <a:lnTo>
                    <a:pt x="194" y="0"/>
                  </a:lnTo>
                  <a:lnTo>
                    <a:pt x="194" y="183"/>
                  </a:lnTo>
                  <a:lnTo>
                    <a:pt x="18" y="360"/>
                  </a:lnTo>
                  <a:lnTo>
                    <a:pt x="18" y="1135"/>
                  </a:ln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</p:sp>
        <p:sp>
          <p:nvSpPr>
            <p:cNvPr id="90" name="Freeform 40">
              <a:extLst>
                <a:ext uri="{FF2B5EF4-FFF2-40B4-BE49-F238E27FC236}">
                  <a16:creationId xmlns:a16="http://schemas.microsoft.com/office/drawing/2014/main" id="{E15638E1-6A92-4D31-A034-853A65A754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6200000" flipH="1">
              <a:off x="2154501" y="346127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</p:sp>
        <p:sp>
          <p:nvSpPr>
            <p:cNvPr id="91" name="Rectangle 41">
              <a:extLst>
                <a:ext uri="{FF2B5EF4-FFF2-40B4-BE49-F238E27FC236}">
                  <a16:creationId xmlns:a16="http://schemas.microsoft.com/office/drawing/2014/main" id="{EA3E8D58-D52B-4300-8A50-5696430D1A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6200000" flipH="1">
              <a:off x="2448983" y="3436672"/>
              <a:ext cx="23813" cy="252413"/>
            </a:xfrm>
            <a:prstGeom prst="rect">
              <a:avLst/>
            </a:pr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6B166F45-B532-47B5-BA6D-5899DB5CD9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7000" y="2900097"/>
            <a:ext cx="6858000" cy="1249627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pPr algn="ctr"/>
            <a:r>
              <a:rPr lang="en-US" sz="4400" dirty="0">
                <a:solidFill>
                  <a:srgbClr val="FFFFFF"/>
                </a:solidFill>
              </a:rPr>
              <a:t>E o que é </a:t>
            </a:r>
            <a:r>
              <a:rPr lang="en-US" sz="4400" dirty="0" err="1">
                <a:solidFill>
                  <a:srgbClr val="FFFFFF"/>
                </a:solidFill>
              </a:rPr>
              <a:t>inteligência</a:t>
            </a:r>
            <a:r>
              <a:rPr lang="en-US" sz="4400" dirty="0">
                <a:solidFill>
                  <a:srgbClr val="FFFFFF"/>
                </a:solidFill>
              </a:rPr>
              <a:t> artificial ?</a:t>
            </a:r>
          </a:p>
        </p:txBody>
      </p:sp>
    </p:spTree>
    <p:extLst>
      <p:ext uri="{BB962C8B-B14F-4D97-AF65-F5344CB8AC3E}">
        <p14:creationId xmlns:p14="http://schemas.microsoft.com/office/powerpoint/2010/main" val="156736700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48000"/>
                <a:hueMod val="106000"/>
                <a:satMod val="140000"/>
                <a:lumMod val="42000"/>
              </a:schemeClr>
              <a:schemeClr val="bg2">
                <a:tint val="98000"/>
                <a:hueMod val="92000"/>
                <a:satMod val="220000"/>
                <a:lumMod val="9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ítulo 12"/>
          <p:cNvSpPr>
            <a:spLocks noGrp="1"/>
          </p:cNvSpPr>
          <p:nvPr>
            <p:ph type="title"/>
          </p:nvPr>
        </p:nvSpPr>
        <p:spPr>
          <a:xfrm>
            <a:off x="6291471" y="618518"/>
            <a:ext cx="5025574" cy="1478570"/>
          </a:xfrm>
        </p:spPr>
        <p:txBody>
          <a:bodyPr rtlCol="0">
            <a:normAutofit fontScale="90000"/>
          </a:bodyPr>
          <a:lstStyle/>
          <a:p>
            <a:r>
              <a:rPr lang="pt-B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Definição Inteligência Artificial</a:t>
            </a:r>
          </a:p>
        </p:txBody>
      </p:sp>
      <p:sp>
        <p:nvSpPr>
          <p:cNvPr id="6150" name="Round Diagonal Corner Rectangle 9">
            <a:extLst>
              <a:ext uri="{FF2B5EF4-FFF2-40B4-BE49-F238E27FC236}">
                <a16:creationId xmlns:a16="http://schemas.microsoft.com/office/drawing/2014/main" id="{14436AD2-BD0F-4545-B2E9-06007B35B8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8950" y="808057"/>
            <a:ext cx="5286376" cy="5234394"/>
          </a:xfrm>
          <a:prstGeom prst="round2DiagRect">
            <a:avLst>
              <a:gd name="adj1" fmla="val 7418"/>
              <a:gd name="adj2" fmla="val 0"/>
            </a:avLst>
          </a:prstGeom>
          <a:solidFill>
            <a:srgbClr val="FFFFFF"/>
          </a:solidFill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148" name="Picture 4" descr="Resultado de imagem para robotics futuristic">
            <a:extLst>
              <a:ext uri="{FF2B5EF4-FFF2-40B4-BE49-F238E27FC236}">
                <a16:creationId xmlns:a16="http://schemas.microsoft.com/office/drawing/2014/main" id="{F4AAD9A2-847E-4F02-A2D7-41D6CA3BD9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512605" y="1147145"/>
            <a:ext cx="3848348" cy="45677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Espaço Reservado para Conteúdo 13"/>
          <p:cNvSpPr>
            <a:spLocks noGrp="1"/>
          </p:cNvSpPr>
          <p:nvPr>
            <p:ph idx="1"/>
          </p:nvPr>
        </p:nvSpPr>
        <p:spPr>
          <a:xfrm>
            <a:off x="6291471" y="2249487"/>
            <a:ext cx="5025574" cy="3541714"/>
          </a:xfrm>
        </p:spPr>
        <p:txBody>
          <a:bodyPr rtlCol="0">
            <a:normAutofit/>
          </a:bodyPr>
          <a:lstStyle/>
          <a:p>
            <a: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Inteligência artificial é capacidade das maquinas de aprender e tomar decisões sem serem necessariamente programadas para isso.</a:t>
            </a:r>
          </a:p>
          <a:p>
            <a: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São agentes computacionais que simula inteligência humana.</a:t>
            </a:r>
          </a:p>
          <a:p>
            <a:pPr marL="0" indent="0">
              <a:buNone/>
            </a:pPr>
            <a:endParaRPr lang="pt-BR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>
              <a:buNone/>
            </a:pPr>
            <a:endParaRPr lang="pt-BR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4663771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8000"/>
                <a:hueMod val="94000"/>
                <a:satMod val="148000"/>
                <a:lumMod val="150000"/>
              </a:schemeClr>
            </a:gs>
            <a:gs pos="100000">
              <a:schemeClr val="bg1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>
            <a:extLst>
              <a:ext uri="{FF2B5EF4-FFF2-40B4-BE49-F238E27FC236}">
                <a16:creationId xmlns:a16="http://schemas.microsoft.com/office/drawing/2014/main" id="{9ACD3AF8-B16E-4174-8C1A-41F683C4AF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FF5EAD09-B81D-415F-8BCF-73C81AE05F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0" name="Rectangle 5">
              <a:extLst>
                <a:ext uri="{FF2B5EF4-FFF2-40B4-BE49-F238E27FC236}">
                  <a16:creationId xmlns:a16="http://schemas.microsoft.com/office/drawing/2014/main" id="{CFB79010-8ED4-49EF-AFD2-F4D8C80B69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4649B869-006E-42B5-9DDC-21049B130E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2" name="Freeform 7">
              <a:extLst>
                <a:ext uri="{FF2B5EF4-FFF2-40B4-BE49-F238E27FC236}">
                  <a16:creationId xmlns:a16="http://schemas.microsoft.com/office/drawing/2014/main" id="{443096BD-333F-48B6-8220-D1F9793E40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3" name="Rectangle 8">
              <a:extLst>
                <a:ext uri="{FF2B5EF4-FFF2-40B4-BE49-F238E27FC236}">
                  <a16:creationId xmlns:a16="http://schemas.microsoft.com/office/drawing/2014/main" id="{1A45BB9A-7E84-4B9B-923A-270A97F852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4" name="Freeform 9">
              <a:extLst>
                <a:ext uri="{FF2B5EF4-FFF2-40B4-BE49-F238E27FC236}">
                  <a16:creationId xmlns:a16="http://schemas.microsoft.com/office/drawing/2014/main" id="{D7D7C768-2F76-4DE2-A807-1B9FFF816C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Freeform 10">
              <a:extLst>
                <a:ext uri="{FF2B5EF4-FFF2-40B4-BE49-F238E27FC236}">
                  <a16:creationId xmlns:a16="http://schemas.microsoft.com/office/drawing/2014/main" id="{1870B32E-EE42-470E-B543-CA55AEC8CA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6" name="Freeform 11">
              <a:extLst>
                <a:ext uri="{FF2B5EF4-FFF2-40B4-BE49-F238E27FC236}">
                  <a16:creationId xmlns:a16="http://schemas.microsoft.com/office/drawing/2014/main" id="{EEF09120-11AA-4DB5-98A8-EC4923002C6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2">
              <a:extLst>
                <a:ext uri="{FF2B5EF4-FFF2-40B4-BE49-F238E27FC236}">
                  <a16:creationId xmlns:a16="http://schemas.microsoft.com/office/drawing/2014/main" id="{39CC463D-589C-461C-A234-0460EB06B8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3">
              <a:extLst>
                <a:ext uri="{FF2B5EF4-FFF2-40B4-BE49-F238E27FC236}">
                  <a16:creationId xmlns:a16="http://schemas.microsoft.com/office/drawing/2014/main" id="{B6516153-269A-421E-A021-CB3F3C5E1D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4">
              <a:extLst>
                <a:ext uri="{FF2B5EF4-FFF2-40B4-BE49-F238E27FC236}">
                  <a16:creationId xmlns:a16="http://schemas.microsoft.com/office/drawing/2014/main" id="{45E14300-6C4A-4F77-915F-F3B25B0237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5">
              <a:extLst>
                <a:ext uri="{FF2B5EF4-FFF2-40B4-BE49-F238E27FC236}">
                  <a16:creationId xmlns:a16="http://schemas.microsoft.com/office/drawing/2014/main" id="{993E312A-E6A6-4B52-ADE6-618ADC89BA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6">
              <a:extLst>
                <a:ext uri="{FF2B5EF4-FFF2-40B4-BE49-F238E27FC236}">
                  <a16:creationId xmlns:a16="http://schemas.microsoft.com/office/drawing/2014/main" id="{2F0F3026-2480-472B-8C52-36812C81EF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7">
              <a:extLst>
                <a:ext uri="{FF2B5EF4-FFF2-40B4-BE49-F238E27FC236}">
                  <a16:creationId xmlns:a16="http://schemas.microsoft.com/office/drawing/2014/main" id="{34E1C992-559D-4827-9F30-31A3CA7A2B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8">
              <a:extLst>
                <a:ext uri="{FF2B5EF4-FFF2-40B4-BE49-F238E27FC236}">
                  <a16:creationId xmlns:a16="http://schemas.microsoft.com/office/drawing/2014/main" id="{D9F2FB98-F443-498F-AAD9-6945825681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9">
              <a:extLst>
                <a:ext uri="{FF2B5EF4-FFF2-40B4-BE49-F238E27FC236}">
                  <a16:creationId xmlns:a16="http://schemas.microsoft.com/office/drawing/2014/main" id="{75DBF6EC-ED50-43E4-8A8B-64CE86A880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20">
              <a:extLst>
                <a:ext uri="{FF2B5EF4-FFF2-40B4-BE49-F238E27FC236}">
                  <a16:creationId xmlns:a16="http://schemas.microsoft.com/office/drawing/2014/main" id="{FD854F40-AC43-4F21-9C62-2CE35CFD2B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21">
              <a:extLst>
                <a:ext uri="{FF2B5EF4-FFF2-40B4-BE49-F238E27FC236}">
                  <a16:creationId xmlns:a16="http://schemas.microsoft.com/office/drawing/2014/main" id="{62CCB560-494A-4F74-9DE4-068806A893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2">
              <a:extLst>
                <a:ext uri="{FF2B5EF4-FFF2-40B4-BE49-F238E27FC236}">
                  <a16:creationId xmlns:a16="http://schemas.microsoft.com/office/drawing/2014/main" id="{6F9A05F2-B5D2-4D8A-9A78-14E45C13FE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3">
              <a:extLst>
                <a:ext uri="{FF2B5EF4-FFF2-40B4-BE49-F238E27FC236}">
                  <a16:creationId xmlns:a16="http://schemas.microsoft.com/office/drawing/2014/main" id="{A6373189-19BB-4BEC-84A3-432253E058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4">
              <a:extLst>
                <a:ext uri="{FF2B5EF4-FFF2-40B4-BE49-F238E27FC236}">
                  <a16:creationId xmlns:a16="http://schemas.microsoft.com/office/drawing/2014/main" id="{71AB3122-947A-44DB-B190-A2601C6C95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5">
              <a:extLst>
                <a:ext uri="{FF2B5EF4-FFF2-40B4-BE49-F238E27FC236}">
                  <a16:creationId xmlns:a16="http://schemas.microsoft.com/office/drawing/2014/main" id="{74B4109D-3AFC-4D44-87B1-0CDED3E638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6">
              <a:extLst>
                <a:ext uri="{FF2B5EF4-FFF2-40B4-BE49-F238E27FC236}">
                  <a16:creationId xmlns:a16="http://schemas.microsoft.com/office/drawing/2014/main" id="{44AAD39F-F7C9-4D00-95E0-0465B4E858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7">
              <a:extLst>
                <a:ext uri="{FF2B5EF4-FFF2-40B4-BE49-F238E27FC236}">
                  <a16:creationId xmlns:a16="http://schemas.microsoft.com/office/drawing/2014/main" id="{C1DCAB8D-6EF6-4A84-8D0C-AA9226DEC9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8">
              <a:extLst>
                <a:ext uri="{FF2B5EF4-FFF2-40B4-BE49-F238E27FC236}">
                  <a16:creationId xmlns:a16="http://schemas.microsoft.com/office/drawing/2014/main" id="{C407F97F-83CF-4703-B9E0-6335530E32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9">
              <a:extLst>
                <a:ext uri="{FF2B5EF4-FFF2-40B4-BE49-F238E27FC236}">
                  <a16:creationId xmlns:a16="http://schemas.microsoft.com/office/drawing/2014/main" id="{0D8D2363-5D84-4CFF-89AA-3C93C859DB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30">
              <a:extLst>
                <a:ext uri="{FF2B5EF4-FFF2-40B4-BE49-F238E27FC236}">
                  <a16:creationId xmlns:a16="http://schemas.microsoft.com/office/drawing/2014/main" id="{0435A35C-AC99-4E12-8CB0-9C640DAA94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31">
              <a:extLst>
                <a:ext uri="{FF2B5EF4-FFF2-40B4-BE49-F238E27FC236}">
                  <a16:creationId xmlns:a16="http://schemas.microsoft.com/office/drawing/2014/main" id="{F20392CF-2256-4527-836B-2E6F88596E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2">
              <a:extLst>
                <a:ext uri="{FF2B5EF4-FFF2-40B4-BE49-F238E27FC236}">
                  <a16:creationId xmlns:a16="http://schemas.microsoft.com/office/drawing/2014/main" id="{C52C3AD3-122C-4010-9C55-B0247F8CCAB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Rectangle 33">
              <a:extLst>
                <a:ext uri="{FF2B5EF4-FFF2-40B4-BE49-F238E27FC236}">
                  <a16:creationId xmlns:a16="http://schemas.microsoft.com/office/drawing/2014/main" id="{EFCB53ED-09C0-4AD7-9BBC-366833D5FE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39" name="Freeform 34">
              <a:extLst>
                <a:ext uri="{FF2B5EF4-FFF2-40B4-BE49-F238E27FC236}">
                  <a16:creationId xmlns:a16="http://schemas.microsoft.com/office/drawing/2014/main" id="{6F309F52-BFCF-47D9-8089-BC049540DB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Freeform 35">
              <a:extLst>
                <a:ext uri="{FF2B5EF4-FFF2-40B4-BE49-F238E27FC236}">
                  <a16:creationId xmlns:a16="http://schemas.microsoft.com/office/drawing/2014/main" id="{5F9AE85F-C7AA-4761-B468-2E100829BC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1" name="Freeform 36">
              <a:extLst>
                <a:ext uri="{FF2B5EF4-FFF2-40B4-BE49-F238E27FC236}">
                  <a16:creationId xmlns:a16="http://schemas.microsoft.com/office/drawing/2014/main" id="{2C81C778-91E5-4AE9-AACB-8566E7A28B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7">
              <a:extLst>
                <a:ext uri="{FF2B5EF4-FFF2-40B4-BE49-F238E27FC236}">
                  <a16:creationId xmlns:a16="http://schemas.microsoft.com/office/drawing/2014/main" id="{6C56E0B4-58A0-4B2B-BD56-54121BB8DB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8">
              <a:extLst>
                <a:ext uri="{FF2B5EF4-FFF2-40B4-BE49-F238E27FC236}">
                  <a16:creationId xmlns:a16="http://schemas.microsoft.com/office/drawing/2014/main" id="{88A29CFE-13A6-4509-946F-5C074F856E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9">
              <a:extLst>
                <a:ext uri="{FF2B5EF4-FFF2-40B4-BE49-F238E27FC236}">
                  <a16:creationId xmlns:a16="http://schemas.microsoft.com/office/drawing/2014/main" id="{00235A0A-018B-4499-AC16-AF83457BF4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40">
              <a:extLst>
                <a:ext uri="{FF2B5EF4-FFF2-40B4-BE49-F238E27FC236}">
                  <a16:creationId xmlns:a16="http://schemas.microsoft.com/office/drawing/2014/main" id="{861DF9B7-50DC-4EBE-8B23-97FE92DBBB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41">
              <a:extLst>
                <a:ext uri="{FF2B5EF4-FFF2-40B4-BE49-F238E27FC236}">
                  <a16:creationId xmlns:a16="http://schemas.microsoft.com/office/drawing/2014/main" id="{69673907-73D7-4729-A911-9BD078EC2E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2">
              <a:extLst>
                <a:ext uri="{FF2B5EF4-FFF2-40B4-BE49-F238E27FC236}">
                  <a16:creationId xmlns:a16="http://schemas.microsoft.com/office/drawing/2014/main" id="{4DC844D3-8053-4EE7-A286-50157B6FD8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3">
              <a:extLst>
                <a:ext uri="{FF2B5EF4-FFF2-40B4-BE49-F238E27FC236}">
                  <a16:creationId xmlns:a16="http://schemas.microsoft.com/office/drawing/2014/main" id="{D67575A0-A45A-4773-874C-16370E3670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4">
              <a:extLst>
                <a:ext uri="{FF2B5EF4-FFF2-40B4-BE49-F238E27FC236}">
                  <a16:creationId xmlns:a16="http://schemas.microsoft.com/office/drawing/2014/main" id="{4327252B-B62B-4DE0-A924-B7F6E40AD9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Rectangle 45">
              <a:extLst>
                <a:ext uri="{FF2B5EF4-FFF2-40B4-BE49-F238E27FC236}">
                  <a16:creationId xmlns:a16="http://schemas.microsoft.com/office/drawing/2014/main" id="{778BC6A7-AC19-497B-A7C6-E447B2EBDA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1" name="Freeform 46">
              <a:extLst>
                <a:ext uri="{FF2B5EF4-FFF2-40B4-BE49-F238E27FC236}">
                  <a16:creationId xmlns:a16="http://schemas.microsoft.com/office/drawing/2014/main" id="{4E79A87B-BF1F-437A-9FED-BE93025E50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Freeform 47">
              <a:extLst>
                <a:ext uri="{FF2B5EF4-FFF2-40B4-BE49-F238E27FC236}">
                  <a16:creationId xmlns:a16="http://schemas.microsoft.com/office/drawing/2014/main" id="{DFAAF3CC-B4E0-45C8-AC2D-EF0D6D823D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3" name="Freeform 48">
              <a:extLst>
                <a:ext uri="{FF2B5EF4-FFF2-40B4-BE49-F238E27FC236}">
                  <a16:creationId xmlns:a16="http://schemas.microsoft.com/office/drawing/2014/main" id="{A5A12C87-1E4A-4664-B2F4-A1C8B656F9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9">
              <a:extLst>
                <a:ext uri="{FF2B5EF4-FFF2-40B4-BE49-F238E27FC236}">
                  <a16:creationId xmlns:a16="http://schemas.microsoft.com/office/drawing/2014/main" id="{B3AF8230-4630-4505-ADDB-16A9B6B377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50">
              <a:extLst>
                <a:ext uri="{FF2B5EF4-FFF2-40B4-BE49-F238E27FC236}">
                  <a16:creationId xmlns:a16="http://schemas.microsoft.com/office/drawing/2014/main" id="{33F93F6D-724D-42F3-AF1D-3081EAB5D1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51">
              <a:extLst>
                <a:ext uri="{FF2B5EF4-FFF2-40B4-BE49-F238E27FC236}">
                  <a16:creationId xmlns:a16="http://schemas.microsoft.com/office/drawing/2014/main" id="{F5DD7A8F-FB67-4E79-80DB-0FAF3A0989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2">
              <a:extLst>
                <a:ext uri="{FF2B5EF4-FFF2-40B4-BE49-F238E27FC236}">
                  <a16:creationId xmlns:a16="http://schemas.microsoft.com/office/drawing/2014/main" id="{7B140A84-E89E-4A80-9DF8-7BCA45F908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3">
              <a:extLst>
                <a:ext uri="{FF2B5EF4-FFF2-40B4-BE49-F238E27FC236}">
                  <a16:creationId xmlns:a16="http://schemas.microsoft.com/office/drawing/2014/main" id="{279E1D6A-EFE2-44C6-A5BF-DFADF0DC91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4">
              <a:extLst>
                <a:ext uri="{FF2B5EF4-FFF2-40B4-BE49-F238E27FC236}">
                  <a16:creationId xmlns:a16="http://schemas.microsoft.com/office/drawing/2014/main" id="{C9FA2204-561F-4ABB-988C-03053820F1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5">
              <a:extLst>
                <a:ext uri="{FF2B5EF4-FFF2-40B4-BE49-F238E27FC236}">
                  <a16:creationId xmlns:a16="http://schemas.microsoft.com/office/drawing/2014/main" id="{8BD7D04E-AC0A-424F-BC40-28842DAFFA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6">
              <a:extLst>
                <a:ext uri="{FF2B5EF4-FFF2-40B4-BE49-F238E27FC236}">
                  <a16:creationId xmlns:a16="http://schemas.microsoft.com/office/drawing/2014/main" id="{32B616A2-FE09-47DD-B58C-12EE58B7CA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7">
              <a:extLst>
                <a:ext uri="{FF2B5EF4-FFF2-40B4-BE49-F238E27FC236}">
                  <a16:creationId xmlns:a16="http://schemas.microsoft.com/office/drawing/2014/main" id="{08C5EAF5-6064-484E-BA05-80D09D84EA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8">
              <a:extLst>
                <a:ext uri="{FF2B5EF4-FFF2-40B4-BE49-F238E27FC236}">
                  <a16:creationId xmlns:a16="http://schemas.microsoft.com/office/drawing/2014/main" id="{F11D90DF-D275-4725-884C-77E5E01D89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9BE10567-6165-46A7-867D-4690A16B46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1"/>
            <a:ext cx="12192003" cy="6858001"/>
            <a:chOff x="0" y="-1"/>
            <a:chExt cx="12192003" cy="6858001"/>
          </a:xfrm>
        </p:grpSpPr>
        <p:sp useBgFill="1">
          <p:nvSpPr>
            <p:cNvPr id="66" name="Rectangle 65">
              <a:extLst>
                <a:ext uri="{FF2B5EF4-FFF2-40B4-BE49-F238E27FC236}">
                  <a16:creationId xmlns:a16="http://schemas.microsoft.com/office/drawing/2014/main" id="{0F4DB1F4-429C-4C85-85D7-C4D81996D3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" y="-1"/>
              <a:ext cx="121920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67" name="Picture 2">
              <a:extLst>
                <a:ext uri="{FF2B5EF4-FFF2-40B4-BE49-F238E27FC236}">
                  <a16:creationId xmlns:a16="http://schemas.microsoft.com/office/drawing/2014/main" id="{159C0DA6-71D9-4C96-A774-7FADF5E0A4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 noChangeArrowheads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2">
              <a:alphaModFix amt="30000"/>
              <a:duotone>
                <a:prstClr val="black"/>
                <a:schemeClr val="tx2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-1"/>
              <a:ext cx="12192003" cy="685800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69" name="Round Diagonal Corner Rectangle 7">
            <a:extLst>
              <a:ext uri="{FF2B5EF4-FFF2-40B4-BE49-F238E27FC236}">
                <a16:creationId xmlns:a16="http://schemas.microsoft.com/office/drawing/2014/main" id="{4B24F6DB-F114-44A7-BB56-D401884E4E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582333" y="2235200"/>
            <a:ext cx="7027334" cy="2396067"/>
          </a:xfrm>
          <a:prstGeom prst="round2DiagRect">
            <a:avLst>
              <a:gd name="adj1" fmla="val 9246"/>
              <a:gd name="adj2" fmla="val 0"/>
            </a:avLst>
          </a:prstGeom>
          <a:solidFill>
            <a:srgbClr val="000000">
              <a:alpha val="80000"/>
            </a:srgbClr>
          </a:solidFill>
          <a:ln w="19050" cap="sq">
            <a:solidFill>
              <a:schemeClr val="tx2"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1" name="Group 70">
            <a:extLst>
              <a:ext uri="{FF2B5EF4-FFF2-40B4-BE49-F238E27FC236}">
                <a16:creationId xmlns:a16="http://schemas.microsoft.com/office/drawing/2014/main" id="{4DB50ECD-225E-4F81-AF7B-706DD05F3B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05895" y="2900097"/>
            <a:ext cx="10982062" cy="1211524"/>
            <a:chOff x="605895" y="2900097"/>
            <a:chExt cx="10982062" cy="1211524"/>
          </a:xfrm>
          <a:effectLst/>
        </p:grpSpPr>
        <p:sp>
          <p:nvSpPr>
            <p:cNvPr id="72" name="Freeform 32">
              <a:extLst>
                <a:ext uri="{FF2B5EF4-FFF2-40B4-BE49-F238E27FC236}">
                  <a16:creationId xmlns:a16="http://schemas.microsoft.com/office/drawing/2014/main" id="{CBC3B006-1357-4969-BC3D-CDD91E492B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 flipV="1">
              <a:off x="9653587" y="3379784"/>
              <a:ext cx="417513" cy="512763"/>
            </a:xfrm>
            <a:custGeom>
              <a:avLst/>
              <a:gdLst/>
              <a:ahLst/>
              <a:cxnLst/>
              <a:rect l="0" t="0" r="r" b="b"/>
              <a:pathLst>
                <a:path w="263" h="323">
                  <a:moveTo>
                    <a:pt x="12" y="323"/>
                  </a:moveTo>
                  <a:lnTo>
                    <a:pt x="0" y="314"/>
                  </a:lnTo>
                  <a:lnTo>
                    <a:pt x="203" y="108"/>
                  </a:lnTo>
                  <a:lnTo>
                    <a:pt x="248" y="0"/>
                  </a:lnTo>
                  <a:lnTo>
                    <a:pt x="263" y="6"/>
                  </a:lnTo>
                  <a:lnTo>
                    <a:pt x="218" y="117"/>
                  </a:lnTo>
                  <a:lnTo>
                    <a:pt x="218" y="117"/>
                  </a:lnTo>
                  <a:lnTo>
                    <a:pt x="12" y="323"/>
                  </a:ln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</p:sp>
        <p:sp>
          <p:nvSpPr>
            <p:cNvPr id="73" name="Freeform 33">
              <a:extLst>
                <a:ext uri="{FF2B5EF4-FFF2-40B4-BE49-F238E27FC236}">
                  <a16:creationId xmlns:a16="http://schemas.microsoft.com/office/drawing/2014/main" id="{0D6E4F1D-B331-41B5-90EF-2236C1EE15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 flipV="1">
              <a:off x="10078244" y="3310728"/>
              <a:ext cx="157163" cy="152400"/>
            </a:xfrm>
            <a:custGeom>
              <a:avLst/>
              <a:gdLst/>
              <a:ahLst/>
              <a:cxnLst/>
              <a:rect l="0" t="0" r="r" b="b"/>
              <a:pathLst>
                <a:path w="33" h="32">
                  <a:moveTo>
                    <a:pt x="17" y="32"/>
                  </a:moveTo>
                  <a:cubicBezTo>
                    <a:pt x="13" y="32"/>
                    <a:pt x="9" y="30"/>
                    <a:pt x="6" y="27"/>
                  </a:cubicBezTo>
                  <a:cubicBezTo>
                    <a:pt x="0" y="21"/>
                    <a:pt x="0" y="11"/>
                    <a:pt x="6" y="5"/>
                  </a:cubicBezTo>
                  <a:cubicBezTo>
                    <a:pt x="9" y="2"/>
                    <a:pt x="13" y="0"/>
                    <a:pt x="17" y="0"/>
                  </a:cubicBezTo>
                  <a:cubicBezTo>
                    <a:pt x="21" y="0"/>
                    <a:pt x="25" y="2"/>
                    <a:pt x="28" y="5"/>
                  </a:cubicBezTo>
                  <a:cubicBezTo>
                    <a:pt x="31" y="8"/>
                    <a:pt x="33" y="12"/>
                    <a:pt x="33" y="16"/>
                  </a:cubicBezTo>
                  <a:cubicBezTo>
                    <a:pt x="33" y="20"/>
                    <a:pt x="31" y="24"/>
                    <a:pt x="28" y="27"/>
                  </a:cubicBezTo>
                  <a:cubicBezTo>
                    <a:pt x="25" y="30"/>
                    <a:pt x="21" y="32"/>
                    <a:pt x="17" y="32"/>
                  </a:cubicBezTo>
                  <a:close/>
                  <a:moveTo>
                    <a:pt x="17" y="4"/>
                  </a:moveTo>
                  <a:cubicBezTo>
                    <a:pt x="14" y="4"/>
                    <a:pt x="11" y="6"/>
                    <a:pt x="9" y="8"/>
                  </a:cubicBezTo>
                  <a:cubicBezTo>
                    <a:pt x="4" y="12"/>
                    <a:pt x="4" y="20"/>
                    <a:pt x="9" y="24"/>
                  </a:cubicBezTo>
                  <a:cubicBezTo>
                    <a:pt x="11" y="27"/>
                    <a:pt x="14" y="28"/>
                    <a:pt x="17" y="28"/>
                  </a:cubicBezTo>
                  <a:cubicBezTo>
                    <a:pt x="20" y="28"/>
                    <a:pt x="23" y="27"/>
                    <a:pt x="26" y="24"/>
                  </a:cubicBezTo>
                  <a:cubicBezTo>
                    <a:pt x="30" y="20"/>
                    <a:pt x="30" y="12"/>
                    <a:pt x="26" y="8"/>
                  </a:cubicBezTo>
                  <a:cubicBezTo>
                    <a:pt x="23" y="6"/>
                    <a:pt x="20" y="4"/>
                    <a:pt x="17" y="4"/>
                  </a:cubicBez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</p:sp>
        <p:sp>
          <p:nvSpPr>
            <p:cNvPr id="74" name="Freeform 34">
              <a:extLst>
                <a:ext uri="{FF2B5EF4-FFF2-40B4-BE49-F238E27FC236}">
                  <a16:creationId xmlns:a16="http://schemas.microsoft.com/office/drawing/2014/main" id="{54A60014-21DF-44E5-9137-4335718850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 flipV="1">
              <a:off x="11146631" y="3574253"/>
              <a:ext cx="188913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</p:sp>
        <p:sp>
          <p:nvSpPr>
            <p:cNvPr id="75" name="Freeform 37">
              <a:extLst>
                <a:ext uri="{FF2B5EF4-FFF2-40B4-BE49-F238E27FC236}">
                  <a16:creationId xmlns:a16="http://schemas.microsoft.com/office/drawing/2014/main" id="{40B768C0-B003-45F4-9A06-EA3509A90B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 flipV="1">
              <a:off x="10230644" y="3034502"/>
              <a:ext cx="304800" cy="1544638"/>
            </a:xfrm>
            <a:custGeom>
              <a:avLst/>
              <a:gdLst/>
              <a:ahLst/>
              <a:cxnLst/>
              <a:rect l="0" t="0" r="r" b="b"/>
              <a:pathLst>
                <a:path w="192" h="973">
                  <a:moveTo>
                    <a:pt x="15" y="973"/>
                  </a:moveTo>
                  <a:lnTo>
                    <a:pt x="0" y="973"/>
                  </a:lnTo>
                  <a:lnTo>
                    <a:pt x="0" y="790"/>
                  </a:lnTo>
                  <a:lnTo>
                    <a:pt x="174" y="614"/>
                  </a:lnTo>
                  <a:lnTo>
                    <a:pt x="174" y="0"/>
                  </a:lnTo>
                  <a:lnTo>
                    <a:pt x="192" y="0"/>
                  </a:lnTo>
                  <a:lnTo>
                    <a:pt x="192" y="620"/>
                  </a:lnTo>
                  <a:lnTo>
                    <a:pt x="15" y="796"/>
                  </a:lnTo>
                  <a:lnTo>
                    <a:pt x="15" y="973"/>
                  </a:ln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</p:sp>
        <p:sp>
          <p:nvSpPr>
            <p:cNvPr id="76" name="Freeform 35">
              <a:extLst>
                <a:ext uri="{FF2B5EF4-FFF2-40B4-BE49-F238E27FC236}">
                  <a16:creationId xmlns:a16="http://schemas.microsoft.com/office/drawing/2014/main" id="{5E479182-2054-4AD9-823D-81CFAD7F2C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>
              <a:off x="10034587" y="2562753"/>
              <a:ext cx="298450" cy="1154113"/>
            </a:xfrm>
            <a:custGeom>
              <a:avLst/>
              <a:gdLst/>
              <a:ahLst/>
              <a:cxnLst/>
              <a:rect l="0" t="0" r="r" b="b"/>
              <a:pathLst>
                <a:path w="188" h="727">
                  <a:moveTo>
                    <a:pt x="15" y="727"/>
                  </a:moveTo>
                  <a:lnTo>
                    <a:pt x="0" y="727"/>
                  </a:lnTo>
                  <a:lnTo>
                    <a:pt x="0" y="407"/>
                  </a:lnTo>
                  <a:lnTo>
                    <a:pt x="0" y="407"/>
                  </a:lnTo>
                  <a:lnTo>
                    <a:pt x="176" y="0"/>
                  </a:lnTo>
                  <a:lnTo>
                    <a:pt x="188" y="6"/>
                  </a:lnTo>
                  <a:lnTo>
                    <a:pt x="15" y="410"/>
                  </a:lnTo>
                  <a:lnTo>
                    <a:pt x="15" y="727"/>
                  </a:ln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</p:sp>
        <p:sp>
          <p:nvSpPr>
            <p:cNvPr id="77" name="Freeform 36">
              <a:extLst>
                <a:ext uri="{FF2B5EF4-FFF2-40B4-BE49-F238E27FC236}">
                  <a16:creationId xmlns:a16="http://schemas.microsoft.com/office/drawing/2014/main" id="{A7D912CF-756A-41F1-8BF1-5BA7D1BD05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>
              <a:off x="10747375" y="3232679"/>
              <a:ext cx="157163" cy="155575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5"/>
                    <a:pt x="0" y="16"/>
                  </a:cubicBezTo>
                  <a:cubicBezTo>
                    <a:pt x="0" y="7"/>
                    <a:pt x="8" y="0"/>
                    <a:pt x="17" y="0"/>
                  </a:cubicBezTo>
                  <a:cubicBezTo>
                    <a:pt x="26" y="0"/>
                    <a:pt x="33" y="7"/>
                    <a:pt x="33" y="16"/>
                  </a:cubicBezTo>
                  <a:cubicBezTo>
                    <a:pt x="33" y="25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9"/>
                    <a:pt x="4" y="16"/>
                  </a:cubicBezTo>
                  <a:cubicBezTo>
                    <a:pt x="4" y="23"/>
                    <a:pt x="10" y="29"/>
                    <a:pt x="17" y="29"/>
                  </a:cubicBezTo>
                  <a:cubicBezTo>
                    <a:pt x="23" y="29"/>
                    <a:pt x="29" y="23"/>
                    <a:pt x="29" y="16"/>
                  </a:cubicBezTo>
                  <a:cubicBezTo>
                    <a:pt x="29" y="9"/>
                    <a:pt x="23" y="4"/>
                    <a:pt x="17" y="4"/>
                  </a:cubicBez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</p:sp>
        <p:sp>
          <p:nvSpPr>
            <p:cNvPr id="78" name="Freeform 38">
              <a:extLst>
                <a:ext uri="{FF2B5EF4-FFF2-40B4-BE49-F238E27FC236}">
                  <a16:creationId xmlns:a16="http://schemas.microsoft.com/office/drawing/2014/main" id="{734B6F35-2160-44B1-AB00-F628C84B14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>
              <a:off x="11399044" y="3095360"/>
              <a:ext cx="188913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</p:sp>
        <p:sp>
          <p:nvSpPr>
            <p:cNvPr id="79" name="Freeform 39">
              <a:extLst>
                <a:ext uri="{FF2B5EF4-FFF2-40B4-BE49-F238E27FC236}">
                  <a16:creationId xmlns:a16="http://schemas.microsoft.com/office/drawing/2014/main" id="{D8657E76-4F63-44FE-86C5-54CA174FCB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>
              <a:off x="10353675" y="2153178"/>
              <a:ext cx="307975" cy="1801813"/>
            </a:xfrm>
            <a:custGeom>
              <a:avLst/>
              <a:gdLst/>
              <a:ahLst/>
              <a:cxnLst/>
              <a:rect l="0" t="0" r="r" b="b"/>
              <a:pathLst>
                <a:path w="194" h="1135">
                  <a:moveTo>
                    <a:pt x="18" y="1135"/>
                  </a:moveTo>
                  <a:lnTo>
                    <a:pt x="0" y="1135"/>
                  </a:lnTo>
                  <a:lnTo>
                    <a:pt x="0" y="354"/>
                  </a:lnTo>
                  <a:lnTo>
                    <a:pt x="176" y="177"/>
                  </a:lnTo>
                  <a:lnTo>
                    <a:pt x="176" y="0"/>
                  </a:lnTo>
                  <a:lnTo>
                    <a:pt x="194" y="0"/>
                  </a:lnTo>
                  <a:lnTo>
                    <a:pt x="194" y="183"/>
                  </a:lnTo>
                  <a:lnTo>
                    <a:pt x="18" y="360"/>
                  </a:lnTo>
                  <a:lnTo>
                    <a:pt x="18" y="1135"/>
                  </a:ln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</p:sp>
        <p:sp>
          <p:nvSpPr>
            <p:cNvPr id="80" name="Freeform 40">
              <a:extLst>
                <a:ext uri="{FF2B5EF4-FFF2-40B4-BE49-F238E27FC236}">
                  <a16:creationId xmlns:a16="http://schemas.microsoft.com/office/drawing/2014/main" id="{482CEB8C-90E5-4152-8B52-A2881B98A3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>
              <a:off x="9848850" y="330887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</p:sp>
        <p:sp>
          <p:nvSpPr>
            <p:cNvPr id="81" name="Rectangle 41">
              <a:extLst>
                <a:ext uri="{FF2B5EF4-FFF2-40B4-BE49-F238E27FC236}">
                  <a16:creationId xmlns:a16="http://schemas.microsoft.com/office/drawing/2014/main" id="{85010FC2-BC4C-4692-876D-7FE363BFC6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>
              <a:off x="9721056" y="3284272"/>
              <a:ext cx="23813" cy="252413"/>
            </a:xfrm>
            <a:prstGeom prst="rect">
              <a:avLst/>
            </a:pr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</p:sp>
        <p:sp>
          <p:nvSpPr>
            <p:cNvPr id="82" name="Freeform 32">
              <a:extLst>
                <a:ext uri="{FF2B5EF4-FFF2-40B4-BE49-F238E27FC236}">
                  <a16:creationId xmlns:a16="http://schemas.microsoft.com/office/drawing/2014/main" id="{714C1223-2B78-4715-9ACB-079A60D16D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6200000" flipH="1" flipV="1">
              <a:off x="2122751" y="3532184"/>
              <a:ext cx="417513" cy="512763"/>
            </a:xfrm>
            <a:custGeom>
              <a:avLst/>
              <a:gdLst/>
              <a:ahLst/>
              <a:cxnLst/>
              <a:rect l="0" t="0" r="r" b="b"/>
              <a:pathLst>
                <a:path w="263" h="323">
                  <a:moveTo>
                    <a:pt x="12" y="323"/>
                  </a:moveTo>
                  <a:lnTo>
                    <a:pt x="0" y="314"/>
                  </a:lnTo>
                  <a:lnTo>
                    <a:pt x="203" y="108"/>
                  </a:lnTo>
                  <a:lnTo>
                    <a:pt x="248" y="0"/>
                  </a:lnTo>
                  <a:lnTo>
                    <a:pt x="263" y="6"/>
                  </a:lnTo>
                  <a:lnTo>
                    <a:pt x="218" y="117"/>
                  </a:lnTo>
                  <a:lnTo>
                    <a:pt x="218" y="117"/>
                  </a:lnTo>
                  <a:lnTo>
                    <a:pt x="12" y="323"/>
                  </a:ln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</p:sp>
        <p:sp>
          <p:nvSpPr>
            <p:cNvPr id="83" name="Freeform 33">
              <a:extLst>
                <a:ext uri="{FF2B5EF4-FFF2-40B4-BE49-F238E27FC236}">
                  <a16:creationId xmlns:a16="http://schemas.microsoft.com/office/drawing/2014/main" id="{1D9109D3-C92A-410B-9B43-5F02B2D84E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6200000" flipH="1" flipV="1">
              <a:off x="1958445" y="3463128"/>
              <a:ext cx="157163" cy="152400"/>
            </a:xfrm>
            <a:custGeom>
              <a:avLst/>
              <a:gdLst/>
              <a:ahLst/>
              <a:cxnLst/>
              <a:rect l="0" t="0" r="r" b="b"/>
              <a:pathLst>
                <a:path w="33" h="32">
                  <a:moveTo>
                    <a:pt x="17" y="32"/>
                  </a:moveTo>
                  <a:cubicBezTo>
                    <a:pt x="13" y="32"/>
                    <a:pt x="9" y="30"/>
                    <a:pt x="6" y="27"/>
                  </a:cubicBezTo>
                  <a:cubicBezTo>
                    <a:pt x="0" y="21"/>
                    <a:pt x="0" y="11"/>
                    <a:pt x="6" y="5"/>
                  </a:cubicBezTo>
                  <a:cubicBezTo>
                    <a:pt x="9" y="2"/>
                    <a:pt x="13" y="0"/>
                    <a:pt x="17" y="0"/>
                  </a:cubicBezTo>
                  <a:cubicBezTo>
                    <a:pt x="21" y="0"/>
                    <a:pt x="25" y="2"/>
                    <a:pt x="28" y="5"/>
                  </a:cubicBezTo>
                  <a:cubicBezTo>
                    <a:pt x="31" y="8"/>
                    <a:pt x="33" y="12"/>
                    <a:pt x="33" y="16"/>
                  </a:cubicBezTo>
                  <a:cubicBezTo>
                    <a:pt x="33" y="20"/>
                    <a:pt x="31" y="24"/>
                    <a:pt x="28" y="27"/>
                  </a:cubicBezTo>
                  <a:cubicBezTo>
                    <a:pt x="25" y="30"/>
                    <a:pt x="21" y="32"/>
                    <a:pt x="17" y="32"/>
                  </a:cubicBezTo>
                  <a:close/>
                  <a:moveTo>
                    <a:pt x="17" y="4"/>
                  </a:moveTo>
                  <a:cubicBezTo>
                    <a:pt x="14" y="4"/>
                    <a:pt x="11" y="6"/>
                    <a:pt x="9" y="8"/>
                  </a:cubicBezTo>
                  <a:cubicBezTo>
                    <a:pt x="4" y="12"/>
                    <a:pt x="4" y="20"/>
                    <a:pt x="9" y="24"/>
                  </a:cubicBezTo>
                  <a:cubicBezTo>
                    <a:pt x="11" y="27"/>
                    <a:pt x="14" y="28"/>
                    <a:pt x="17" y="28"/>
                  </a:cubicBezTo>
                  <a:cubicBezTo>
                    <a:pt x="20" y="28"/>
                    <a:pt x="23" y="27"/>
                    <a:pt x="26" y="24"/>
                  </a:cubicBezTo>
                  <a:cubicBezTo>
                    <a:pt x="30" y="20"/>
                    <a:pt x="30" y="12"/>
                    <a:pt x="26" y="8"/>
                  </a:cubicBezTo>
                  <a:cubicBezTo>
                    <a:pt x="23" y="6"/>
                    <a:pt x="20" y="4"/>
                    <a:pt x="17" y="4"/>
                  </a:cubicBez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</p:sp>
        <p:sp>
          <p:nvSpPr>
            <p:cNvPr id="84" name="Freeform 34">
              <a:extLst>
                <a:ext uri="{FF2B5EF4-FFF2-40B4-BE49-F238E27FC236}">
                  <a16:creationId xmlns:a16="http://schemas.microsoft.com/office/drawing/2014/main" id="{EF5B327A-A1AE-42F3-815E-84F4AA2948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6200000" flipH="1" flipV="1">
              <a:off x="858308" y="3726653"/>
              <a:ext cx="188913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</p:sp>
        <p:sp>
          <p:nvSpPr>
            <p:cNvPr id="85" name="Freeform 37">
              <a:extLst>
                <a:ext uri="{FF2B5EF4-FFF2-40B4-BE49-F238E27FC236}">
                  <a16:creationId xmlns:a16="http://schemas.microsoft.com/office/drawing/2014/main" id="{77738BDE-751F-4D4C-B4C4-C9DF3EA291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6200000" flipH="1" flipV="1">
              <a:off x="1658407" y="3186902"/>
              <a:ext cx="304800" cy="1544638"/>
            </a:xfrm>
            <a:custGeom>
              <a:avLst/>
              <a:gdLst/>
              <a:ahLst/>
              <a:cxnLst/>
              <a:rect l="0" t="0" r="r" b="b"/>
              <a:pathLst>
                <a:path w="192" h="973">
                  <a:moveTo>
                    <a:pt x="15" y="973"/>
                  </a:moveTo>
                  <a:lnTo>
                    <a:pt x="0" y="973"/>
                  </a:lnTo>
                  <a:lnTo>
                    <a:pt x="0" y="790"/>
                  </a:lnTo>
                  <a:lnTo>
                    <a:pt x="174" y="614"/>
                  </a:lnTo>
                  <a:lnTo>
                    <a:pt x="174" y="0"/>
                  </a:lnTo>
                  <a:lnTo>
                    <a:pt x="192" y="0"/>
                  </a:lnTo>
                  <a:lnTo>
                    <a:pt x="192" y="620"/>
                  </a:lnTo>
                  <a:lnTo>
                    <a:pt x="15" y="796"/>
                  </a:lnTo>
                  <a:lnTo>
                    <a:pt x="15" y="973"/>
                  </a:ln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</p:sp>
        <p:sp>
          <p:nvSpPr>
            <p:cNvPr id="86" name="Freeform 35">
              <a:extLst>
                <a:ext uri="{FF2B5EF4-FFF2-40B4-BE49-F238E27FC236}">
                  <a16:creationId xmlns:a16="http://schemas.microsoft.com/office/drawing/2014/main" id="{9C8C4AD6-72BF-490C-963C-97C7FD7E7E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6200000" flipH="1">
              <a:off x="1860814" y="2715153"/>
              <a:ext cx="298450" cy="1154113"/>
            </a:xfrm>
            <a:custGeom>
              <a:avLst/>
              <a:gdLst/>
              <a:ahLst/>
              <a:cxnLst/>
              <a:rect l="0" t="0" r="r" b="b"/>
              <a:pathLst>
                <a:path w="188" h="727">
                  <a:moveTo>
                    <a:pt x="15" y="727"/>
                  </a:moveTo>
                  <a:lnTo>
                    <a:pt x="0" y="727"/>
                  </a:lnTo>
                  <a:lnTo>
                    <a:pt x="0" y="407"/>
                  </a:lnTo>
                  <a:lnTo>
                    <a:pt x="0" y="407"/>
                  </a:lnTo>
                  <a:lnTo>
                    <a:pt x="176" y="0"/>
                  </a:lnTo>
                  <a:lnTo>
                    <a:pt x="188" y="6"/>
                  </a:lnTo>
                  <a:lnTo>
                    <a:pt x="15" y="410"/>
                  </a:lnTo>
                  <a:lnTo>
                    <a:pt x="15" y="727"/>
                  </a:ln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</p:sp>
        <p:sp>
          <p:nvSpPr>
            <p:cNvPr id="87" name="Freeform 36">
              <a:extLst>
                <a:ext uri="{FF2B5EF4-FFF2-40B4-BE49-F238E27FC236}">
                  <a16:creationId xmlns:a16="http://schemas.microsoft.com/office/drawing/2014/main" id="{94990E31-5AA8-4502-A963-CE1B539DAC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6200000" flipH="1">
              <a:off x="1289314" y="3385079"/>
              <a:ext cx="157163" cy="155575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5"/>
                    <a:pt x="0" y="16"/>
                  </a:cubicBezTo>
                  <a:cubicBezTo>
                    <a:pt x="0" y="7"/>
                    <a:pt x="8" y="0"/>
                    <a:pt x="17" y="0"/>
                  </a:cubicBezTo>
                  <a:cubicBezTo>
                    <a:pt x="26" y="0"/>
                    <a:pt x="33" y="7"/>
                    <a:pt x="33" y="16"/>
                  </a:cubicBezTo>
                  <a:cubicBezTo>
                    <a:pt x="33" y="25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9"/>
                    <a:pt x="4" y="16"/>
                  </a:cubicBezTo>
                  <a:cubicBezTo>
                    <a:pt x="4" y="23"/>
                    <a:pt x="10" y="29"/>
                    <a:pt x="17" y="29"/>
                  </a:cubicBezTo>
                  <a:cubicBezTo>
                    <a:pt x="23" y="29"/>
                    <a:pt x="29" y="23"/>
                    <a:pt x="29" y="16"/>
                  </a:cubicBezTo>
                  <a:cubicBezTo>
                    <a:pt x="29" y="9"/>
                    <a:pt x="23" y="4"/>
                    <a:pt x="17" y="4"/>
                  </a:cubicBez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</p:sp>
        <p:sp>
          <p:nvSpPr>
            <p:cNvPr id="88" name="Freeform 38">
              <a:extLst>
                <a:ext uri="{FF2B5EF4-FFF2-40B4-BE49-F238E27FC236}">
                  <a16:creationId xmlns:a16="http://schemas.microsoft.com/office/drawing/2014/main" id="{9E703E9D-ED76-449C-A8C0-7A1E24B8B2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6200000" flipH="1">
              <a:off x="605895" y="3247760"/>
              <a:ext cx="188913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</p:sp>
        <p:sp>
          <p:nvSpPr>
            <p:cNvPr id="89" name="Freeform 39">
              <a:extLst>
                <a:ext uri="{FF2B5EF4-FFF2-40B4-BE49-F238E27FC236}">
                  <a16:creationId xmlns:a16="http://schemas.microsoft.com/office/drawing/2014/main" id="{C70A75E8-C815-4CCF-ABEE-83F19BFE05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6200000" flipH="1">
              <a:off x="1532202" y="2305578"/>
              <a:ext cx="307975" cy="1801813"/>
            </a:xfrm>
            <a:custGeom>
              <a:avLst/>
              <a:gdLst/>
              <a:ahLst/>
              <a:cxnLst/>
              <a:rect l="0" t="0" r="r" b="b"/>
              <a:pathLst>
                <a:path w="194" h="1135">
                  <a:moveTo>
                    <a:pt x="18" y="1135"/>
                  </a:moveTo>
                  <a:lnTo>
                    <a:pt x="0" y="1135"/>
                  </a:lnTo>
                  <a:lnTo>
                    <a:pt x="0" y="354"/>
                  </a:lnTo>
                  <a:lnTo>
                    <a:pt x="176" y="177"/>
                  </a:lnTo>
                  <a:lnTo>
                    <a:pt x="176" y="0"/>
                  </a:lnTo>
                  <a:lnTo>
                    <a:pt x="194" y="0"/>
                  </a:lnTo>
                  <a:lnTo>
                    <a:pt x="194" y="183"/>
                  </a:lnTo>
                  <a:lnTo>
                    <a:pt x="18" y="360"/>
                  </a:lnTo>
                  <a:lnTo>
                    <a:pt x="18" y="1135"/>
                  </a:ln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</p:sp>
        <p:sp>
          <p:nvSpPr>
            <p:cNvPr id="90" name="Freeform 40">
              <a:extLst>
                <a:ext uri="{FF2B5EF4-FFF2-40B4-BE49-F238E27FC236}">
                  <a16:creationId xmlns:a16="http://schemas.microsoft.com/office/drawing/2014/main" id="{E15638E1-6A92-4D31-A034-853A65A754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6200000" flipH="1">
              <a:off x="2154501" y="346127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</p:sp>
        <p:sp>
          <p:nvSpPr>
            <p:cNvPr id="91" name="Rectangle 41">
              <a:extLst>
                <a:ext uri="{FF2B5EF4-FFF2-40B4-BE49-F238E27FC236}">
                  <a16:creationId xmlns:a16="http://schemas.microsoft.com/office/drawing/2014/main" id="{EA3E8D58-D52B-4300-8A50-5696430D1A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6200000" flipH="1">
              <a:off x="2448983" y="3436672"/>
              <a:ext cx="23813" cy="252413"/>
            </a:xfrm>
            <a:prstGeom prst="rect">
              <a:avLst/>
            </a:pr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6B166F45-B532-47B5-BA6D-5899DB5CD9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7000" y="2900097"/>
            <a:ext cx="6858000" cy="959115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pPr algn="ctr"/>
            <a:r>
              <a:rPr lang="en-US" sz="4400" dirty="0">
                <a:solidFill>
                  <a:srgbClr val="FFFFFF"/>
                </a:solidFill>
              </a:rPr>
              <a:t>E o Big data, </a:t>
            </a:r>
            <a:r>
              <a:rPr lang="en-US" sz="4400" dirty="0" err="1">
                <a:solidFill>
                  <a:srgbClr val="FFFFFF"/>
                </a:solidFill>
              </a:rPr>
              <a:t>alguém</a:t>
            </a:r>
            <a:r>
              <a:rPr lang="en-US" sz="4400" dirty="0">
                <a:solidFill>
                  <a:srgbClr val="FFFFFF"/>
                </a:solidFill>
              </a:rPr>
              <a:t> </a:t>
            </a:r>
            <a:r>
              <a:rPr lang="en-US" sz="4400" dirty="0" err="1">
                <a:solidFill>
                  <a:srgbClr val="FFFFFF"/>
                </a:solidFill>
              </a:rPr>
              <a:t>já</a:t>
            </a:r>
            <a:r>
              <a:rPr lang="en-US" sz="4400" dirty="0">
                <a:solidFill>
                  <a:srgbClr val="FFFFFF"/>
                </a:solidFill>
              </a:rPr>
              <a:t> </a:t>
            </a:r>
            <a:r>
              <a:rPr lang="en-US" sz="4400" dirty="0" err="1">
                <a:solidFill>
                  <a:srgbClr val="FFFFFF"/>
                </a:solidFill>
              </a:rPr>
              <a:t>ouviu</a:t>
            </a:r>
            <a:r>
              <a:rPr lang="en-US" sz="4400" dirty="0">
                <a:solidFill>
                  <a:srgbClr val="FFFFFF"/>
                </a:solidFill>
              </a:rPr>
              <a:t> </a:t>
            </a:r>
            <a:r>
              <a:rPr lang="en-US" sz="4400" dirty="0" err="1">
                <a:solidFill>
                  <a:srgbClr val="FFFFFF"/>
                </a:solidFill>
              </a:rPr>
              <a:t>falar</a:t>
            </a:r>
            <a:r>
              <a:rPr lang="en-US" sz="4400" dirty="0">
                <a:solidFill>
                  <a:srgbClr val="FFFFFF"/>
                </a:solidFill>
              </a:rPr>
              <a:t> </a:t>
            </a:r>
            <a:r>
              <a:rPr lang="en-US" sz="4400" dirty="0" err="1">
                <a:solidFill>
                  <a:srgbClr val="FFFFFF"/>
                </a:solidFill>
              </a:rPr>
              <a:t>disso</a:t>
            </a:r>
            <a:r>
              <a:rPr lang="en-US" sz="4400" dirty="0">
                <a:solidFill>
                  <a:srgbClr val="FFFFFF"/>
                </a:solidFill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416683637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48000"/>
                <a:hueMod val="106000"/>
                <a:satMod val="140000"/>
                <a:lumMod val="42000"/>
              </a:schemeClr>
              <a:schemeClr val="bg2">
                <a:tint val="98000"/>
                <a:hueMod val="92000"/>
                <a:satMod val="220000"/>
                <a:lumMod val="9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ítulo 12"/>
          <p:cNvSpPr>
            <a:spLocks noGrp="1"/>
          </p:cNvSpPr>
          <p:nvPr>
            <p:ph type="title"/>
          </p:nvPr>
        </p:nvSpPr>
        <p:spPr>
          <a:xfrm>
            <a:off x="6569957" y="618518"/>
            <a:ext cx="4747088" cy="1478570"/>
          </a:xfrm>
        </p:spPr>
        <p:txBody>
          <a:bodyPr rtlCol="0">
            <a:normAutofit/>
          </a:bodyPr>
          <a:lstStyle/>
          <a:p>
            <a:r>
              <a:rPr lang="pt-B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Mas afinal o que É BIG DATA?</a:t>
            </a:r>
          </a:p>
        </p:txBody>
      </p:sp>
      <p:sp>
        <p:nvSpPr>
          <p:cNvPr id="6150" name="Round Diagonal Corner Rectangle 9">
            <a:extLst>
              <a:ext uri="{FF2B5EF4-FFF2-40B4-BE49-F238E27FC236}">
                <a16:creationId xmlns:a16="http://schemas.microsoft.com/office/drawing/2014/main" id="{14436AD2-BD0F-4545-B2E9-06007B35B8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8950" y="808057"/>
            <a:ext cx="5286376" cy="5234394"/>
          </a:xfrm>
          <a:prstGeom prst="round2DiagRect">
            <a:avLst>
              <a:gd name="adj1" fmla="val 7418"/>
              <a:gd name="adj2" fmla="val 0"/>
            </a:avLst>
          </a:prstGeom>
          <a:solidFill>
            <a:srgbClr val="FFFFFF"/>
          </a:solidFill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Espaço Reservado para Conteúdo 13"/>
          <p:cNvSpPr>
            <a:spLocks noGrp="1"/>
          </p:cNvSpPr>
          <p:nvPr>
            <p:ph idx="1"/>
          </p:nvPr>
        </p:nvSpPr>
        <p:spPr>
          <a:xfrm>
            <a:off x="6569957" y="2249487"/>
            <a:ext cx="4747087" cy="3541714"/>
          </a:xfrm>
        </p:spPr>
        <p:txBody>
          <a:bodyPr rtlCol="0">
            <a:normAutofit/>
          </a:bodyPr>
          <a:lstStyle/>
          <a:p>
            <a:r>
              <a:rPr lang="pt-BR" dirty="0"/>
              <a:t>É um grande volume de dados gerado e armazenado, que aplicativos convencionais não consegue lidar.  Este grande volume de dados deu origem a uma nova área de atuação o Data Science.</a:t>
            </a:r>
          </a:p>
          <a:p>
            <a:pPr marL="0" indent="0">
              <a:buNone/>
            </a:pPr>
            <a:endParaRPr lang="pt-BR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>
              <a:buNone/>
            </a:pPr>
            <a:endParaRPr lang="pt-BR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6" name="Picture 2" descr="Imagem relacionada">
            <a:extLst>
              <a:ext uri="{FF2B5EF4-FFF2-40B4-BE49-F238E27FC236}">
                <a16:creationId xmlns:a16="http://schemas.microsoft.com/office/drawing/2014/main" id="{A6116385-8F15-42C3-8640-6F3C717104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1412" y="951426"/>
            <a:ext cx="4561452" cy="49476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006419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8000"/>
                <a:hueMod val="94000"/>
                <a:satMod val="148000"/>
                <a:lumMod val="150000"/>
              </a:schemeClr>
            </a:gs>
            <a:gs pos="100000">
              <a:schemeClr val="bg1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>
            <a:extLst>
              <a:ext uri="{FF2B5EF4-FFF2-40B4-BE49-F238E27FC236}">
                <a16:creationId xmlns:a16="http://schemas.microsoft.com/office/drawing/2014/main" id="{9ACD3AF8-B16E-4174-8C1A-41F683C4AF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FF5EAD09-B81D-415F-8BCF-73C81AE05F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0" name="Rectangle 5">
              <a:extLst>
                <a:ext uri="{FF2B5EF4-FFF2-40B4-BE49-F238E27FC236}">
                  <a16:creationId xmlns:a16="http://schemas.microsoft.com/office/drawing/2014/main" id="{CFB79010-8ED4-49EF-AFD2-F4D8C80B69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4649B869-006E-42B5-9DDC-21049B130E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2" name="Freeform 7">
              <a:extLst>
                <a:ext uri="{FF2B5EF4-FFF2-40B4-BE49-F238E27FC236}">
                  <a16:creationId xmlns:a16="http://schemas.microsoft.com/office/drawing/2014/main" id="{443096BD-333F-48B6-8220-D1F9793E40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3" name="Rectangle 8">
              <a:extLst>
                <a:ext uri="{FF2B5EF4-FFF2-40B4-BE49-F238E27FC236}">
                  <a16:creationId xmlns:a16="http://schemas.microsoft.com/office/drawing/2014/main" id="{1A45BB9A-7E84-4B9B-923A-270A97F852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4" name="Freeform 9">
              <a:extLst>
                <a:ext uri="{FF2B5EF4-FFF2-40B4-BE49-F238E27FC236}">
                  <a16:creationId xmlns:a16="http://schemas.microsoft.com/office/drawing/2014/main" id="{D7D7C768-2F76-4DE2-A807-1B9FFF816C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Freeform 10">
              <a:extLst>
                <a:ext uri="{FF2B5EF4-FFF2-40B4-BE49-F238E27FC236}">
                  <a16:creationId xmlns:a16="http://schemas.microsoft.com/office/drawing/2014/main" id="{1870B32E-EE42-470E-B543-CA55AEC8CA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6" name="Freeform 11">
              <a:extLst>
                <a:ext uri="{FF2B5EF4-FFF2-40B4-BE49-F238E27FC236}">
                  <a16:creationId xmlns:a16="http://schemas.microsoft.com/office/drawing/2014/main" id="{EEF09120-11AA-4DB5-98A8-EC4923002C6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2">
              <a:extLst>
                <a:ext uri="{FF2B5EF4-FFF2-40B4-BE49-F238E27FC236}">
                  <a16:creationId xmlns:a16="http://schemas.microsoft.com/office/drawing/2014/main" id="{39CC463D-589C-461C-A234-0460EB06B8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3">
              <a:extLst>
                <a:ext uri="{FF2B5EF4-FFF2-40B4-BE49-F238E27FC236}">
                  <a16:creationId xmlns:a16="http://schemas.microsoft.com/office/drawing/2014/main" id="{B6516153-269A-421E-A021-CB3F3C5E1D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4">
              <a:extLst>
                <a:ext uri="{FF2B5EF4-FFF2-40B4-BE49-F238E27FC236}">
                  <a16:creationId xmlns:a16="http://schemas.microsoft.com/office/drawing/2014/main" id="{45E14300-6C4A-4F77-915F-F3B25B0237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5">
              <a:extLst>
                <a:ext uri="{FF2B5EF4-FFF2-40B4-BE49-F238E27FC236}">
                  <a16:creationId xmlns:a16="http://schemas.microsoft.com/office/drawing/2014/main" id="{993E312A-E6A6-4B52-ADE6-618ADC89BA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6">
              <a:extLst>
                <a:ext uri="{FF2B5EF4-FFF2-40B4-BE49-F238E27FC236}">
                  <a16:creationId xmlns:a16="http://schemas.microsoft.com/office/drawing/2014/main" id="{2F0F3026-2480-472B-8C52-36812C81EF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7">
              <a:extLst>
                <a:ext uri="{FF2B5EF4-FFF2-40B4-BE49-F238E27FC236}">
                  <a16:creationId xmlns:a16="http://schemas.microsoft.com/office/drawing/2014/main" id="{34E1C992-559D-4827-9F30-31A3CA7A2B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8">
              <a:extLst>
                <a:ext uri="{FF2B5EF4-FFF2-40B4-BE49-F238E27FC236}">
                  <a16:creationId xmlns:a16="http://schemas.microsoft.com/office/drawing/2014/main" id="{D9F2FB98-F443-498F-AAD9-6945825681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9">
              <a:extLst>
                <a:ext uri="{FF2B5EF4-FFF2-40B4-BE49-F238E27FC236}">
                  <a16:creationId xmlns:a16="http://schemas.microsoft.com/office/drawing/2014/main" id="{75DBF6EC-ED50-43E4-8A8B-64CE86A880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20">
              <a:extLst>
                <a:ext uri="{FF2B5EF4-FFF2-40B4-BE49-F238E27FC236}">
                  <a16:creationId xmlns:a16="http://schemas.microsoft.com/office/drawing/2014/main" id="{FD854F40-AC43-4F21-9C62-2CE35CFD2B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21">
              <a:extLst>
                <a:ext uri="{FF2B5EF4-FFF2-40B4-BE49-F238E27FC236}">
                  <a16:creationId xmlns:a16="http://schemas.microsoft.com/office/drawing/2014/main" id="{62CCB560-494A-4F74-9DE4-068806A893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2">
              <a:extLst>
                <a:ext uri="{FF2B5EF4-FFF2-40B4-BE49-F238E27FC236}">
                  <a16:creationId xmlns:a16="http://schemas.microsoft.com/office/drawing/2014/main" id="{6F9A05F2-B5D2-4D8A-9A78-14E45C13FE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3">
              <a:extLst>
                <a:ext uri="{FF2B5EF4-FFF2-40B4-BE49-F238E27FC236}">
                  <a16:creationId xmlns:a16="http://schemas.microsoft.com/office/drawing/2014/main" id="{A6373189-19BB-4BEC-84A3-432253E058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4">
              <a:extLst>
                <a:ext uri="{FF2B5EF4-FFF2-40B4-BE49-F238E27FC236}">
                  <a16:creationId xmlns:a16="http://schemas.microsoft.com/office/drawing/2014/main" id="{71AB3122-947A-44DB-B190-A2601C6C95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5">
              <a:extLst>
                <a:ext uri="{FF2B5EF4-FFF2-40B4-BE49-F238E27FC236}">
                  <a16:creationId xmlns:a16="http://schemas.microsoft.com/office/drawing/2014/main" id="{74B4109D-3AFC-4D44-87B1-0CDED3E638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6">
              <a:extLst>
                <a:ext uri="{FF2B5EF4-FFF2-40B4-BE49-F238E27FC236}">
                  <a16:creationId xmlns:a16="http://schemas.microsoft.com/office/drawing/2014/main" id="{44AAD39F-F7C9-4D00-95E0-0465B4E858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7">
              <a:extLst>
                <a:ext uri="{FF2B5EF4-FFF2-40B4-BE49-F238E27FC236}">
                  <a16:creationId xmlns:a16="http://schemas.microsoft.com/office/drawing/2014/main" id="{C1DCAB8D-6EF6-4A84-8D0C-AA9226DEC9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8">
              <a:extLst>
                <a:ext uri="{FF2B5EF4-FFF2-40B4-BE49-F238E27FC236}">
                  <a16:creationId xmlns:a16="http://schemas.microsoft.com/office/drawing/2014/main" id="{C407F97F-83CF-4703-B9E0-6335530E32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9">
              <a:extLst>
                <a:ext uri="{FF2B5EF4-FFF2-40B4-BE49-F238E27FC236}">
                  <a16:creationId xmlns:a16="http://schemas.microsoft.com/office/drawing/2014/main" id="{0D8D2363-5D84-4CFF-89AA-3C93C859DB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30">
              <a:extLst>
                <a:ext uri="{FF2B5EF4-FFF2-40B4-BE49-F238E27FC236}">
                  <a16:creationId xmlns:a16="http://schemas.microsoft.com/office/drawing/2014/main" id="{0435A35C-AC99-4E12-8CB0-9C640DAA94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31">
              <a:extLst>
                <a:ext uri="{FF2B5EF4-FFF2-40B4-BE49-F238E27FC236}">
                  <a16:creationId xmlns:a16="http://schemas.microsoft.com/office/drawing/2014/main" id="{F20392CF-2256-4527-836B-2E6F88596E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2">
              <a:extLst>
                <a:ext uri="{FF2B5EF4-FFF2-40B4-BE49-F238E27FC236}">
                  <a16:creationId xmlns:a16="http://schemas.microsoft.com/office/drawing/2014/main" id="{C52C3AD3-122C-4010-9C55-B0247F8CCAB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Rectangle 33">
              <a:extLst>
                <a:ext uri="{FF2B5EF4-FFF2-40B4-BE49-F238E27FC236}">
                  <a16:creationId xmlns:a16="http://schemas.microsoft.com/office/drawing/2014/main" id="{EFCB53ED-09C0-4AD7-9BBC-366833D5FE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39" name="Freeform 34">
              <a:extLst>
                <a:ext uri="{FF2B5EF4-FFF2-40B4-BE49-F238E27FC236}">
                  <a16:creationId xmlns:a16="http://schemas.microsoft.com/office/drawing/2014/main" id="{6F309F52-BFCF-47D9-8089-BC049540DB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Freeform 35">
              <a:extLst>
                <a:ext uri="{FF2B5EF4-FFF2-40B4-BE49-F238E27FC236}">
                  <a16:creationId xmlns:a16="http://schemas.microsoft.com/office/drawing/2014/main" id="{5F9AE85F-C7AA-4761-B468-2E100829BC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1" name="Freeform 36">
              <a:extLst>
                <a:ext uri="{FF2B5EF4-FFF2-40B4-BE49-F238E27FC236}">
                  <a16:creationId xmlns:a16="http://schemas.microsoft.com/office/drawing/2014/main" id="{2C81C778-91E5-4AE9-AACB-8566E7A28B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7">
              <a:extLst>
                <a:ext uri="{FF2B5EF4-FFF2-40B4-BE49-F238E27FC236}">
                  <a16:creationId xmlns:a16="http://schemas.microsoft.com/office/drawing/2014/main" id="{6C56E0B4-58A0-4B2B-BD56-54121BB8DB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8">
              <a:extLst>
                <a:ext uri="{FF2B5EF4-FFF2-40B4-BE49-F238E27FC236}">
                  <a16:creationId xmlns:a16="http://schemas.microsoft.com/office/drawing/2014/main" id="{88A29CFE-13A6-4509-946F-5C074F856E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9">
              <a:extLst>
                <a:ext uri="{FF2B5EF4-FFF2-40B4-BE49-F238E27FC236}">
                  <a16:creationId xmlns:a16="http://schemas.microsoft.com/office/drawing/2014/main" id="{00235A0A-018B-4499-AC16-AF83457BF4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40">
              <a:extLst>
                <a:ext uri="{FF2B5EF4-FFF2-40B4-BE49-F238E27FC236}">
                  <a16:creationId xmlns:a16="http://schemas.microsoft.com/office/drawing/2014/main" id="{861DF9B7-50DC-4EBE-8B23-97FE92DBBB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41">
              <a:extLst>
                <a:ext uri="{FF2B5EF4-FFF2-40B4-BE49-F238E27FC236}">
                  <a16:creationId xmlns:a16="http://schemas.microsoft.com/office/drawing/2014/main" id="{69673907-73D7-4729-A911-9BD078EC2E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2">
              <a:extLst>
                <a:ext uri="{FF2B5EF4-FFF2-40B4-BE49-F238E27FC236}">
                  <a16:creationId xmlns:a16="http://schemas.microsoft.com/office/drawing/2014/main" id="{4DC844D3-8053-4EE7-A286-50157B6FD8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3">
              <a:extLst>
                <a:ext uri="{FF2B5EF4-FFF2-40B4-BE49-F238E27FC236}">
                  <a16:creationId xmlns:a16="http://schemas.microsoft.com/office/drawing/2014/main" id="{D67575A0-A45A-4773-874C-16370E3670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4">
              <a:extLst>
                <a:ext uri="{FF2B5EF4-FFF2-40B4-BE49-F238E27FC236}">
                  <a16:creationId xmlns:a16="http://schemas.microsoft.com/office/drawing/2014/main" id="{4327252B-B62B-4DE0-A924-B7F6E40AD9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Rectangle 45">
              <a:extLst>
                <a:ext uri="{FF2B5EF4-FFF2-40B4-BE49-F238E27FC236}">
                  <a16:creationId xmlns:a16="http://schemas.microsoft.com/office/drawing/2014/main" id="{778BC6A7-AC19-497B-A7C6-E447B2EBDA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1" name="Freeform 46">
              <a:extLst>
                <a:ext uri="{FF2B5EF4-FFF2-40B4-BE49-F238E27FC236}">
                  <a16:creationId xmlns:a16="http://schemas.microsoft.com/office/drawing/2014/main" id="{4E79A87B-BF1F-437A-9FED-BE93025E50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Freeform 47">
              <a:extLst>
                <a:ext uri="{FF2B5EF4-FFF2-40B4-BE49-F238E27FC236}">
                  <a16:creationId xmlns:a16="http://schemas.microsoft.com/office/drawing/2014/main" id="{DFAAF3CC-B4E0-45C8-AC2D-EF0D6D823D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3" name="Freeform 48">
              <a:extLst>
                <a:ext uri="{FF2B5EF4-FFF2-40B4-BE49-F238E27FC236}">
                  <a16:creationId xmlns:a16="http://schemas.microsoft.com/office/drawing/2014/main" id="{A5A12C87-1E4A-4664-B2F4-A1C8B656F9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9">
              <a:extLst>
                <a:ext uri="{FF2B5EF4-FFF2-40B4-BE49-F238E27FC236}">
                  <a16:creationId xmlns:a16="http://schemas.microsoft.com/office/drawing/2014/main" id="{B3AF8230-4630-4505-ADDB-16A9B6B377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50">
              <a:extLst>
                <a:ext uri="{FF2B5EF4-FFF2-40B4-BE49-F238E27FC236}">
                  <a16:creationId xmlns:a16="http://schemas.microsoft.com/office/drawing/2014/main" id="{33F93F6D-724D-42F3-AF1D-3081EAB5D1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51">
              <a:extLst>
                <a:ext uri="{FF2B5EF4-FFF2-40B4-BE49-F238E27FC236}">
                  <a16:creationId xmlns:a16="http://schemas.microsoft.com/office/drawing/2014/main" id="{F5DD7A8F-FB67-4E79-80DB-0FAF3A0989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2">
              <a:extLst>
                <a:ext uri="{FF2B5EF4-FFF2-40B4-BE49-F238E27FC236}">
                  <a16:creationId xmlns:a16="http://schemas.microsoft.com/office/drawing/2014/main" id="{7B140A84-E89E-4A80-9DF8-7BCA45F908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3">
              <a:extLst>
                <a:ext uri="{FF2B5EF4-FFF2-40B4-BE49-F238E27FC236}">
                  <a16:creationId xmlns:a16="http://schemas.microsoft.com/office/drawing/2014/main" id="{279E1D6A-EFE2-44C6-A5BF-DFADF0DC91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4">
              <a:extLst>
                <a:ext uri="{FF2B5EF4-FFF2-40B4-BE49-F238E27FC236}">
                  <a16:creationId xmlns:a16="http://schemas.microsoft.com/office/drawing/2014/main" id="{C9FA2204-561F-4ABB-988C-03053820F1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5">
              <a:extLst>
                <a:ext uri="{FF2B5EF4-FFF2-40B4-BE49-F238E27FC236}">
                  <a16:creationId xmlns:a16="http://schemas.microsoft.com/office/drawing/2014/main" id="{8BD7D04E-AC0A-424F-BC40-28842DAFFA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6">
              <a:extLst>
                <a:ext uri="{FF2B5EF4-FFF2-40B4-BE49-F238E27FC236}">
                  <a16:creationId xmlns:a16="http://schemas.microsoft.com/office/drawing/2014/main" id="{32B616A2-FE09-47DD-B58C-12EE58B7CA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7">
              <a:extLst>
                <a:ext uri="{FF2B5EF4-FFF2-40B4-BE49-F238E27FC236}">
                  <a16:creationId xmlns:a16="http://schemas.microsoft.com/office/drawing/2014/main" id="{08C5EAF5-6064-484E-BA05-80D09D84EA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8">
              <a:extLst>
                <a:ext uri="{FF2B5EF4-FFF2-40B4-BE49-F238E27FC236}">
                  <a16:creationId xmlns:a16="http://schemas.microsoft.com/office/drawing/2014/main" id="{F11D90DF-D275-4725-884C-77E5E01D89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9BE10567-6165-46A7-867D-4690A16B46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1"/>
            <a:ext cx="12192003" cy="6858001"/>
            <a:chOff x="0" y="-1"/>
            <a:chExt cx="12192003" cy="6858001"/>
          </a:xfrm>
        </p:grpSpPr>
        <p:sp useBgFill="1">
          <p:nvSpPr>
            <p:cNvPr id="66" name="Rectangle 65">
              <a:extLst>
                <a:ext uri="{FF2B5EF4-FFF2-40B4-BE49-F238E27FC236}">
                  <a16:creationId xmlns:a16="http://schemas.microsoft.com/office/drawing/2014/main" id="{0F4DB1F4-429C-4C85-85D7-C4D81996D3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" y="-1"/>
              <a:ext cx="121920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67" name="Picture 2">
              <a:extLst>
                <a:ext uri="{FF2B5EF4-FFF2-40B4-BE49-F238E27FC236}">
                  <a16:creationId xmlns:a16="http://schemas.microsoft.com/office/drawing/2014/main" id="{159C0DA6-71D9-4C96-A774-7FADF5E0A4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 noChangeArrowheads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2">
              <a:alphaModFix amt="30000"/>
              <a:duotone>
                <a:prstClr val="black"/>
                <a:schemeClr val="tx2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-1"/>
              <a:ext cx="12192003" cy="685800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69" name="Round Diagonal Corner Rectangle 7">
            <a:extLst>
              <a:ext uri="{FF2B5EF4-FFF2-40B4-BE49-F238E27FC236}">
                <a16:creationId xmlns:a16="http://schemas.microsoft.com/office/drawing/2014/main" id="{4B24F6DB-F114-44A7-BB56-D401884E4E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582333" y="2235200"/>
            <a:ext cx="7027334" cy="2396067"/>
          </a:xfrm>
          <a:prstGeom prst="round2DiagRect">
            <a:avLst>
              <a:gd name="adj1" fmla="val 9246"/>
              <a:gd name="adj2" fmla="val 0"/>
            </a:avLst>
          </a:prstGeom>
          <a:solidFill>
            <a:srgbClr val="000000">
              <a:alpha val="80000"/>
            </a:srgbClr>
          </a:solidFill>
          <a:ln w="19050" cap="sq">
            <a:solidFill>
              <a:schemeClr val="tx2"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1" name="Group 70">
            <a:extLst>
              <a:ext uri="{FF2B5EF4-FFF2-40B4-BE49-F238E27FC236}">
                <a16:creationId xmlns:a16="http://schemas.microsoft.com/office/drawing/2014/main" id="{4DB50ECD-225E-4F81-AF7B-706DD05F3B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05895" y="2900097"/>
            <a:ext cx="10982062" cy="1211524"/>
            <a:chOff x="605895" y="2900097"/>
            <a:chExt cx="10982062" cy="1211524"/>
          </a:xfrm>
          <a:effectLst/>
        </p:grpSpPr>
        <p:sp>
          <p:nvSpPr>
            <p:cNvPr id="72" name="Freeform 32">
              <a:extLst>
                <a:ext uri="{FF2B5EF4-FFF2-40B4-BE49-F238E27FC236}">
                  <a16:creationId xmlns:a16="http://schemas.microsoft.com/office/drawing/2014/main" id="{CBC3B006-1357-4969-BC3D-CDD91E492B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 flipV="1">
              <a:off x="9653587" y="3379784"/>
              <a:ext cx="417513" cy="512763"/>
            </a:xfrm>
            <a:custGeom>
              <a:avLst/>
              <a:gdLst/>
              <a:ahLst/>
              <a:cxnLst/>
              <a:rect l="0" t="0" r="r" b="b"/>
              <a:pathLst>
                <a:path w="263" h="323">
                  <a:moveTo>
                    <a:pt x="12" y="323"/>
                  </a:moveTo>
                  <a:lnTo>
                    <a:pt x="0" y="314"/>
                  </a:lnTo>
                  <a:lnTo>
                    <a:pt x="203" y="108"/>
                  </a:lnTo>
                  <a:lnTo>
                    <a:pt x="248" y="0"/>
                  </a:lnTo>
                  <a:lnTo>
                    <a:pt x="263" y="6"/>
                  </a:lnTo>
                  <a:lnTo>
                    <a:pt x="218" y="117"/>
                  </a:lnTo>
                  <a:lnTo>
                    <a:pt x="218" y="117"/>
                  </a:lnTo>
                  <a:lnTo>
                    <a:pt x="12" y="323"/>
                  </a:ln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</p:sp>
        <p:sp>
          <p:nvSpPr>
            <p:cNvPr id="73" name="Freeform 33">
              <a:extLst>
                <a:ext uri="{FF2B5EF4-FFF2-40B4-BE49-F238E27FC236}">
                  <a16:creationId xmlns:a16="http://schemas.microsoft.com/office/drawing/2014/main" id="{0D6E4F1D-B331-41B5-90EF-2236C1EE15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 flipV="1">
              <a:off x="10078244" y="3310728"/>
              <a:ext cx="157163" cy="152400"/>
            </a:xfrm>
            <a:custGeom>
              <a:avLst/>
              <a:gdLst/>
              <a:ahLst/>
              <a:cxnLst/>
              <a:rect l="0" t="0" r="r" b="b"/>
              <a:pathLst>
                <a:path w="33" h="32">
                  <a:moveTo>
                    <a:pt x="17" y="32"/>
                  </a:moveTo>
                  <a:cubicBezTo>
                    <a:pt x="13" y="32"/>
                    <a:pt x="9" y="30"/>
                    <a:pt x="6" y="27"/>
                  </a:cubicBezTo>
                  <a:cubicBezTo>
                    <a:pt x="0" y="21"/>
                    <a:pt x="0" y="11"/>
                    <a:pt x="6" y="5"/>
                  </a:cubicBezTo>
                  <a:cubicBezTo>
                    <a:pt x="9" y="2"/>
                    <a:pt x="13" y="0"/>
                    <a:pt x="17" y="0"/>
                  </a:cubicBezTo>
                  <a:cubicBezTo>
                    <a:pt x="21" y="0"/>
                    <a:pt x="25" y="2"/>
                    <a:pt x="28" y="5"/>
                  </a:cubicBezTo>
                  <a:cubicBezTo>
                    <a:pt x="31" y="8"/>
                    <a:pt x="33" y="12"/>
                    <a:pt x="33" y="16"/>
                  </a:cubicBezTo>
                  <a:cubicBezTo>
                    <a:pt x="33" y="20"/>
                    <a:pt x="31" y="24"/>
                    <a:pt x="28" y="27"/>
                  </a:cubicBezTo>
                  <a:cubicBezTo>
                    <a:pt x="25" y="30"/>
                    <a:pt x="21" y="32"/>
                    <a:pt x="17" y="32"/>
                  </a:cubicBezTo>
                  <a:close/>
                  <a:moveTo>
                    <a:pt x="17" y="4"/>
                  </a:moveTo>
                  <a:cubicBezTo>
                    <a:pt x="14" y="4"/>
                    <a:pt x="11" y="6"/>
                    <a:pt x="9" y="8"/>
                  </a:cubicBezTo>
                  <a:cubicBezTo>
                    <a:pt x="4" y="12"/>
                    <a:pt x="4" y="20"/>
                    <a:pt x="9" y="24"/>
                  </a:cubicBezTo>
                  <a:cubicBezTo>
                    <a:pt x="11" y="27"/>
                    <a:pt x="14" y="28"/>
                    <a:pt x="17" y="28"/>
                  </a:cubicBezTo>
                  <a:cubicBezTo>
                    <a:pt x="20" y="28"/>
                    <a:pt x="23" y="27"/>
                    <a:pt x="26" y="24"/>
                  </a:cubicBezTo>
                  <a:cubicBezTo>
                    <a:pt x="30" y="20"/>
                    <a:pt x="30" y="12"/>
                    <a:pt x="26" y="8"/>
                  </a:cubicBezTo>
                  <a:cubicBezTo>
                    <a:pt x="23" y="6"/>
                    <a:pt x="20" y="4"/>
                    <a:pt x="17" y="4"/>
                  </a:cubicBez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</p:sp>
        <p:sp>
          <p:nvSpPr>
            <p:cNvPr id="74" name="Freeform 34">
              <a:extLst>
                <a:ext uri="{FF2B5EF4-FFF2-40B4-BE49-F238E27FC236}">
                  <a16:creationId xmlns:a16="http://schemas.microsoft.com/office/drawing/2014/main" id="{54A60014-21DF-44E5-9137-4335718850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 flipV="1">
              <a:off x="11146631" y="3574253"/>
              <a:ext cx="188913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</p:sp>
        <p:sp>
          <p:nvSpPr>
            <p:cNvPr id="75" name="Freeform 37">
              <a:extLst>
                <a:ext uri="{FF2B5EF4-FFF2-40B4-BE49-F238E27FC236}">
                  <a16:creationId xmlns:a16="http://schemas.microsoft.com/office/drawing/2014/main" id="{40B768C0-B003-45F4-9A06-EA3509A90B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 flipV="1">
              <a:off x="10230644" y="3034502"/>
              <a:ext cx="304800" cy="1544638"/>
            </a:xfrm>
            <a:custGeom>
              <a:avLst/>
              <a:gdLst/>
              <a:ahLst/>
              <a:cxnLst/>
              <a:rect l="0" t="0" r="r" b="b"/>
              <a:pathLst>
                <a:path w="192" h="973">
                  <a:moveTo>
                    <a:pt x="15" y="973"/>
                  </a:moveTo>
                  <a:lnTo>
                    <a:pt x="0" y="973"/>
                  </a:lnTo>
                  <a:lnTo>
                    <a:pt x="0" y="790"/>
                  </a:lnTo>
                  <a:lnTo>
                    <a:pt x="174" y="614"/>
                  </a:lnTo>
                  <a:lnTo>
                    <a:pt x="174" y="0"/>
                  </a:lnTo>
                  <a:lnTo>
                    <a:pt x="192" y="0"/>
                  </a:lnTo>
                  <a:lnTo>
                    <a:pt x="192" y="620"/>
                  </a:lnTo>
                  <a:lnTo>
                    <a:pt x="15" y="796"/>
                  </a:lnTo>
                  <a:lnTo>
                    <a:pt x="15" y="973"/>
                  </a:ln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</p:sp>
        <p:sp>
          <p:nvSpPr>
            <p:cNvPr id="76" name="Freeform 35">
              <a:extLst>
                <a:ext uri="{FF2B5EF4-FFF2-40B4-BE49-F238E27FC236}">
                  <a16:creationId xmlns:a16="http://schemas.microsoft.com/office/drawing/2014/main" id="{5E479182-2054-4AD9-823D-81CFAD7F2C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>
              <a:off x="10034587" y="2562753"/>
              <a:ext cx="298450" cy="1154113"/>
            </a:xfrm>
            <a:custGeom>
              <a:avLst/>
              <a:gdLst/>
              <a:ahLst/>
              <a:cxnLst/>
              <a:rect l="0" t="0" r="r" b="b"/>
              <a:pathLst>
                <a:path w="188" h="727">
                  <a:moveTo>
                    <a:pt x="15" y="727"/>
                  </a:moveTo>
                  <a:lnTo>
                    <a:pt x="0" y="727"/>
                  </a:lnTo>
                  <a:lnTo>
                    <a:pt x="0" y="407"/>
                  </a:lnTo>
                  <a:lnTo>
                    <a:pt x="0" y="407"/>
                  </a:lnTo>
                  <a:lnTo>
                    <a:pt x="176" y="0"/>
                  </a:lnTo>
                  <a:lnTo>
                    <a:pt x="188" y="6"/>
                  </a:lnTo>
                  <a:lnTo>
                    <a:pt x="15" y="410"/>
                  </a:lnTo>
                  <a:lnTo>
                    <a:pt x="15" y="727"/>
                  </a:ln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</p:sp>
        <p:sp>
          <p:nvSpPr>
            <p:cNvPr id="77" name="Freeform 36">
              <a:extLst>
                <a:ext uri="{FF2B5EF4-FFF2-40B4-BE49-F238E27FC236}">
                  <a16:creationId xmlns:a16="http://schemas.microsoft.com/office/drawing/2014/main" id="{A7D912CF-756A-41F1-8BF1-5BA7D1BD05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>
              <a:off x="10747375" y="3232679"/>
              <a:ext cx="157163" cy="155575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5"/>
                    <a:pt x="0" y="16"/>
                  </a:cubicBezTo>
                  <a:cubicBezTo>
                    <a:pt x="0" y="7"/>
                    <a:pt x="8" y="0"/>
                    <a:pt x="17" y="0"/>
                  </a:cubicBezTo>
                  <a:cubicBezTo>
                    <a:pt x="26" y="0"/>
                    <a:pt x="33" y="7"/>
                    <a:pt x="33" y="16"/>
                  </a:cubicBezTo>
                  <a:cubicBezTo>
                    <a:pt x="33" y="25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9"/>
                    <a:pt x="4" y="16"/>
                  </a:cubicBezTo>
                  <a:cubicBezTo>
                    <a:pt x="4" y="23"/>
                    <a:pt x="10" y="29"/>
                    <a:pt x="17" y="29"/>
                  </a:cubicBezTo>
                  <a:cubicBezTo>
                    <a:pt x="23" y="29"/>
                    <a:pt x="29" y="23"/>
                    <a:pt x="29" y="16"/>
                  </a:cubicBezTo>
                  <a:cubicBezTo>
                    <a:pt x="29" y="9"/>
                    <a:pt x="23" y="4"/>
                    <a:pt x="17" y="4"/>
                  </a:cubicBez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</p:sp>
        <p:sp>
          <p:nvSpPr>
            <p:cNvPr id="78" name="Freeform 38">
              <a:extLst>
                <a:ext uri="{FF2B5EF4-FFF2-40B4-BE49-F238E27FC236}">
                  <a16:creationId xmlns:a16="http://schemas.microsoft.com/office/drawing/2014/main" id="{734B6F35-2160-44B1-AB00-F628C84B14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>
              <a:off x="11399044" y="3095360"/>
              <a:ext cx="188913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</p:sp>
        <p:sp>
          <p:nvSpPr>
            <p:cNvPr id="79" name="Freeform 39">
              <a:extLst>
                <a:ext uri="{FF2B5EF4-FFF2-40B4-BE49-F238E27FC236}">
                  <a16:creationId xmlns:a16="http://schemas.microsoft.com/office/drawing/2014/main" id="{D8657E76-4F63-44FE-86C5-54CA174FCB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>
              <a:off x="10353675" y="2153178"/>
              <a:ext cx="307975" cy="1801813"/>
            </a:xfrm>
            <a:custGeom>
              <a:avLst/>
              <a:gdLst/>
              <a:ahLst/>
              <a:cxnLst/>
              <a:rect l="0" t="0" r="r" b="b"/>
              <a:pathLst>
                <a:path w="194" h="1135">
                  <a:moveTo>
                    <a:pt x="18" y="1135"/>
                  </a:moveTo>
                  <a:lnTo>
                    <a:pt x="0" y="1135"/>
                  </a:lnTo>
                  <a:lnTo>
                    <a:pt x="0" y="354"/>
                  </a:lnTo>
                  <a:lnTo>
                    <a:pt x="176" y="177"/>
                  </a:lnTo>
                  <a:lnTo>
                    <a:pt x="176" y="0"/>
                  </a:lnTo>
                  <a:lnTo>
                    <a:pt x="194" y="0"/>
                  </a:lnTo>
                  <a:lnTo>
                    <a:pt x="194" y="183"/>
                  </a:lnTo>
                  <a:lnTo>
                    <a:pt x="18" y="360"/>
                  </a:lnTo>
                  <a:lnTo>
                    <a:pt x="18" y="1135"/>
                  </a:ln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</p:sp>
        <p:sp>
          <p:nvSpPr>
            <p:cNvPr id="80" name="Freeform 40">
              <a:extLst>
                <a:ext uri="{FF2B5EF4-FFF2-40B4-BE49-F238E27FC236}">
                  <a16:creationId xmlns:a16="http://schemas.microsoft.com/office/drawing/2014/main" id="{482CEB8C-90E5-4152-8B52-A2881B98A3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>
              <a:off x="9848850" y="330887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</p:sp>
        <p:sp>
          <p:nvSpPr>
            <p:cNvPr id="81" name="Rectangle 41">
              <a:extLst>
                <a:ext uri="{FF2B5EF4-FFF2-40B4-BE49-F238E27FC236}">
                  <a16:creationId xmlns:a16="http://schemas.microsoft.com/office/drawing/2014/main" id="{85010FC2-BC4C-4692-876D-7FE363BFC6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>
              <a:off x="9721056" y="3284272"/>
              <a:ext cx="23813" cy="252413"/>
            </a:xfrm>
            <a:prstGeom prst="rect">
              <a:avLst/>
            </a:pr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</p:sp>
        <p:sp>
          <p:nvSpPr>
            <p:cNvPr id="82" name="Freeform 32">
              <a:extLst>
                <a:ext uri="{FF2B5EF4-FFF2-40B4-BE49-F238E27FC236}">
                  <a16:creationId xmlns:a16="http://schemas.microsoft.com/office/drawing/2014/main" id="{714C1223-2B78-4715-9ACB-079A60D16D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6200000" flipH="1" flipV="1">
              <a:off x="2122751" y="3532184"/>
              <a:ext cx="417513" cy="512763"/>
            </a:xfrm>
            <a:custGeom>
              <a:avLst/>
              <a:gdLst/>
              <a:ahLst/>
              <a:cxnLst/>
              <a:rect l="0" t="0" r="r" b="b"/>
              <a:pathLst>
                <a:path w="263" h="323">
                  <a:moveTo>
                    <a:pt x="12" y="323"/>
                  </a:moveTo>
                  <a:lnTo>
                    <a:pt x="0" y="314"/>
                  </a:lnTo>
                  <a:lnTo>
                    <a:pt x="203" y="108"/>
                  </a:lnTo>
                  <a:lnTo>
                    <a:pt x="248" y="0"/>
                  </a:lnTo>
                  <a:lnTo>
                    <a:pt x="263" y="6"/>
                  </a:lnTo>
                  <a:lnTo>
                    <a:pt x="218" y="117"/>
                  </a:lnTo>
                  <a:lnTo>
                    <a:pt x="218" y="117"/>
                  </a:lnTo>
                  <a:lnTo>
                    <a:pt x="12" y="323"/>
                  </a:ln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</p:sp>
        <p:sp>
          <p:nvSpPr>
            <p:cNvPr id="83" name="Freeform 33">
              <a:extLst>
                <a:ext uri="{FF2B5EF4-FFF2-40B4-BE49-F238E27FC236}">
                  <a16:creationId xmlns:a16="http://schemas.microsoft.com/office/drawing/2014/main" id="{1D9109D3-C92A-410B-9B43-5F02B2D84E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6200000" flipH="1" flipV="1">
              <a:off x="1958445" y="3463128"/>
              <a:ext cx="157163" cy="152400"/>
            </a:xfrm>
            <a:custGeom>
              <a:avLst/>
              <a:gdLst/>
              <a:ahLst/>
              <a:cxnLst/>
              <a:rect l="0" t="0" r="r" b="b"/>
              <a:pathLst>
                <a:path w="33" h="32">
                  <a:moveTo>
                    <a:pt x="17" y="32"/>
                  </a:moveTo>
                  <a:cubicBezTo>
                    <a:pt x="13" y="32"/>
                    <a:pt x="9" y="30"/>
                    <a:pt x="6" y="27"/>
                  </a:cubicBezTo>
                  <a:cubicBezTo>
                    <a:pt x="0" y="21"/>
                    <a:pt x="0" y="11"/>
                    <a:pt x="6" y="5"/>
                  </a:cubicBezTo>
                  <a:cubicBezTo>
                    <a:pt x="9" y="2"/>
                    <a:pt x="13" y="0"/>
                    <a:pt x="17" y="0"/>
                  </a:cubicBezTo>
                  <a:cubicBezTo>
                    <a:pt x="21" y="0"/>
                    <a:pt x="25" y="2"/>
                    <a:pt x="28" y="5"/>
                  </a:cubicBezTo>
                  <a:cubicBezTo>
                    <a:pt x="31" y="8"/>
                    <a:pt x="33" y="12"/>
                    <a:pt x="33" y="16"/>
                  </a:cubicBezTo>
                  <a:cubicBezTo>
                    <a:pt x="33" y="20"/>
                    <a:pt x="31" y="24"/>
                    <a:pt x="28" y="27"/>
                  </a:cubicBezTo>
                  <a:cubicBezTo>
                    <a:pt x="25" y="30"/>
                    <a:pt x="21" y="32"/>
                    <a:pt x="17" y="32"/>
                  </a:cubicBezTo>
                  <a:close/>
                  <a:moveTo>
                    <a:pt x="17" y="4"/>
                  </a:moveTo>
                  <a:cubicBezTo>
                    <a:pt x="14" y="4"/>
                    <a:pt x="11" y="6"/>
                    <a:pt x="9" y="8"/>
                  </a:cubicBezTo>
                  <a:cubicBezTo>
                    <a:pt x="4" y="12"/>
                    <a:pt x="4" y="20"/>
                    <a:pt x="9" y="24"/>
                  </a:cubicBezTo>
                  <a:cubicBezTo>
                    <a:pt x="11" y="27"/>
                    <a:pt x="14" y="28"/>
                    <a:pt x="17" y="28"/>
                  </a:cubicBezTo>
                  <a:cubicBezTo>
                    <a:pt x="20" y="28"/>
                    <a:pt x="23" y="27"/>
                    <a:pt x="26" y="24"/>
                  </a:cubicBezTo>
                  <a:cubicBezTo>
                    <a:pt x="30" y="20"/>
                    <a:pt x="30" y="12"/>
                    <a:pt x="26" y="8"/>
                  </a:cubicBezTo>
                  <a:cubicBezTo>
                    <a:pt x="23" y="6"/>
                    <a:pt x="20" y="4"/>
                    <a:pt x="17" y="4"/>
                  </a:cubicBez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</p:sp>
        <p:sp>
          <p:nvSpPr>
            <p:cNvPr id="84" name="Freeform 34">
              <a:extLst>
                <a:ext uri="{FF2B5EF4-FFF2-40B4-BE49-F238E27FC236}">
                  <a16:creationId xmlns:a16="http://schemas.microsoft.com/office/drawing/2014/main" id="{EF5B327A-A1AE-42F3-815E-84F4AA2948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6200000" flipH="1" flipV="1">
              <a:off x="858308" y="3726653"/>
              <a:ext cx="188913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</p:sp>
        <p:sp>
          <p:nvSpPr>
            <p:cNvPr id="85" name="Freeform 37">
              <a:extLst>
                <a:ext uri="{FF2B5EF4-FFF2-40B4-BE49-F238E27FC236}">
                  <a16:creationId xmlns:a16="http://schemas.microsoft.com/office/drawing/2014/main" id="{77738BDE-751F-4D4C-B4C4-C9DF3EA291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6200000" flipH="1" flipV="1">
              <a:off x="1658407" y="3186902"/>
              <a:ext cx="304800" cy="1544638"/>
            </a:xfrm>
            <a:custGeom>
              <a:avLst/>
              <a:gdLst/>
              <a:ahLst/>
              <a:cxnLst/>
              <a:rect l="0" t="0" r="r" b="b"/>
              <a:pathLst>
                <a:path w="192" h="973">
                  <a:moveTo>
                    <a:pt x="15" y="973"/>
                  </a:moveTo>
                  <a:lnTo>
                    <a:pt x="0" y="973"/>
                  </a:lnTo>
                  <a:lnTo>
                    <a:pt x="0" y="790"/>
                  </a:lnTo>
                  <a:lnTo>
                    <a:pt x="174" y="614"/>
                  </a:lnTo>
                  <a:lnTo>
                    <a:pt x="174" y="0"/>
                  </a:lnTo>
                  <a:lnTo>
                    <a:pt x="192" y="0"/>
                  </a:lnTo>
                  <a:lnTo>
                    <a:pt x="192" y="620"/>
                  </a:lnTo>
                  <a:lnTo>
                    <a:pt x="15" y="796"/>
                  </a:lnTo>
                  <a:lnTo>
                    <a:pt x="15" y="973"/>
                  </a:ln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</p:sp>
        <p:sp>
          <p:nvSpPr>
            <p:cNvPr id="86" name="Freeform 35">
              <a:extLst>
                <a:ext uri="{FF2B5EF4-FFF2-40B4-BE49-F238E27FC236}">
                  <a16:creationId xmlns:a16="http://schemas.microsoft.com/office/drawing/2014/main" id="{9C8C4AD6-72BF-490C-963C-97C7FD7E7E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6200000" flipH="1">
              <a:off x="1860814" y="2715153"/>
              <a:ext cx="298450" cy="1154113"/>
            </a:xfrm>
            <a:custGeom>
              <a:avLst/>
              <a:gdLst/>
              <a:ahLst/>
              <a:cxnLst/>
              <a:rect l="0" t="0" r="r" b="b"/>
              <a:pathLst>
                <a:path w="188" h="727">
                  <a:moveTo>
                    <a:pt x="15" y="727"/>
                  </a:moveTo>
                  <a:lnTo>
                    <a:pt x="0" y="727"/>
                  </a:lnTo>
                  <a:lnTo>
                    <a:pt x="0" y="407"/>
                  </a:lnTo>
                  <a:lnTo>
                    <a:pt x="0" y="407"/>
                  </a:lnTo>
                  <a:lnTo>
                    <a:pt x="176" y="0"/>
                  </a:lnTo>
                  <a:lnTo>
                    <a:pt x="188" y="6"/>
                  </a:lnTo>
                  <a:lnTo>
                    <a:pt x="15" y="410"/>
                  </a:lnTo>
                  <a:lnTo>
                    <a:pt x="15" y="727"/>
                  </a:ln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</p:sp>
        <p:sp>
          <p:nvSpPr>
            <p:cNvPr id="87" name="Freeform 36">
              <a:extLst>
                <a:ext uri="{FF2B5EF4-FFF2-40B4-BE49-F238E27FC236}">
                  <a16:creationId xmlns:a16="http://schemas.microsoft.com/office/drawing/2014/main" id="{94990E31-5AA8-4502-A963-CE1B539DAC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6200000" flipH="1">
              <a:off x="1289314" y="3385079"/>
              <a:ext cx="157163" cy="155575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5"/>
                    <a:pt x="0" y="16"/>
                  </a:cubicBezTo>
                  <a:cubicBezTo>
                    <a:pt x="0" y="7"/>
                    <a:pt x="8" y="0"/>
                    <a:pt x="17" y="0"/>
                  </a:cubicBezTo>
                  <a:cubicBezTo>
                    <a:pt x="26" y="0"/>
                    <a:pt x="33" y="7"/>
                    <a:pt x="33" y="16"/>
                  </a:cubicBezTo>
                  <a:cubicBezTo>
                    <a:pt x="33" y="25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9"/>
                    <a:pt x="4" y="16"/>
                  </a:cubicBezTo>
                  <a:cubicBezTo>
                    <a:pt x="4" y="23"/>
                    <a:pt x="10" y="29"/>
                    <a:pt x="17" y="29"/>
                  </a:cubicBezTo>
                  <a:cubicBezTo>
                    <a:pt x="23" y="29"/>
                    <a:pt x="29" y="23"/>
                    <a:pt x="29" y="16"/>
                  </a:cubicBezTo>
                  <a:cubicBezTo>
                    <a:pt x="29" y="9"/>
                    <a:pt x="23" y="4"/>
                    <a:pt x="17" y="4"/>
                  </a:cubicBez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</p:sp>
        <p:sp>
          <p:nvSpPr>
            <p:cNvPr id="88" name="Freeform 38">
              <a:extLst>
                <a:ext uri="{FF2B5EF4-FFF2-40B4-BE49-F238E27FC236}">
                  <a16:creationId xmlns:a16="http://schemas.microsoft.com/office/drawing/2014/main" id="{9E703E9D-ED76-449C-A8C0-7A1E24B8B2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6200000" flipH="1">
              <a:off x="605895" y="3247760"/>
              <a:ext cx="188913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</p:sp>
        <p:sp>
          <p:nvSpPr>
            <p:cNvPr id="89" name="Freeform 39">
              <a:extLst>
                <a:ext uri="{FF2B5EF4-FFF2-40B4-BE49-F238E27FC236}">
                  <a16:creationId xmlns:a16="http://schemas.microsoft.com/office/drawing/2014/main" id="{C70A75E8-C815-4CCF-ABEE-83F19BFE05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6200000" flipH="1">
              <a:off x="1532202" y="2305578"/>
              <a:ext cx="307975" cy="1801813"/>
            </a:xfrm>
            <a:custGeom>
              <a:avLst/>
              <a:gdLst/>
              <a:ahLst/>
              <a:cxnLst/>
              <a:rect l="0" t="0" r="r" b="b"/>
              <a:pathLst>
                <a:path w="194" h="1135">
                  <a:moveTo>
                    <a:pt x="18" y="1135"/>
                  </a:moveTo>
                  <a:lnTo>
                    <a:pt x="0" y="1135"/>
                  </a:lnTo>
                  <a:lnTo>
                    <a:pt x="0" y="354"/>
                  </a:lnTo>
                  <a:lnTo>
                    <a:pt x="176" y="177"/>
                  </a:lnTo>
                  <a:lnTo>
                    <a:pt x="176" y="0"/>
                  </a:lnTo>
                  <a:lnTo>
                    <a:pt x="194" y="0"/>
                  </a:lnTo>
                  <a:lnTo>
                    <a:pt x="194" y="183"/>
                  </a:lnTo>
                  <a:lnTo>
                    <a:pt x="18" y="360"/>
                  </a:lnTo>
                  <a:lnTo>
                    <a:pt x="18" y="1135"/>
                  </a:ln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</p:sp>
        <p:sp>
          <p:nvSpPr>
            <p:cNvPr id="90" name="Freeform 40">
              <a:extLst>
                <a:ext uri="{FF2B5EF4-FFF2-40B4-BE49-F238E27FC236}">
                  <a16:creationId xmlns:a16="http://schemas.microsoft.com/office/drawing/2014/main" id="{E15638E1-6A92-4D31-A034-853A65A754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6200000" flipH="1">
              <a:off x="2154501" y="346127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</p:sp>
        <p:sp>
          <p:nvSpPr>
            <p:cNvPr id="91" name="Rectangle 41">
              <a:extLst>
                <a:ext uri="{FF2B5EF4-FFF2-40B4-BE49-F238E27FC236}">
                  <a16:creationId xmlns:a16="http://schemas.microsoft.com/office/drawing/2014/main" id="{EA3E8D58-D52B-4300-8A50-5696430D1A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6200000" flipH="1">
              <a:off x="2448983" y="3436672"/>
              <a:ext cx="23813" cy="252413"/>
            </a:xfrm>
            <a:prstGeom prst="rect">
              <a:avLst/>
            </a:pr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6B166F45-B532-47B5-BA6D-5899DB5CD9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7000" y="2900097"/>
            <a:ext cx="6858000" cy="1438541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pPr algn="ctr"/>
            <a:r>
              <a:rPr lang="en-US" sz="4400" dirty="0" err="1">
                <a:solidFill>
                  <a:srgbClr val="FFFFFF"/>
                </a:solidFill>
              </a:rPr>
              <a:t>Até</a:t>
            </a:r>
            <a:r>
              <a:rPr lang="en-US" sz="4400" dirty="0">
                <a:solidFill>
                  <a:srgbClr val="FFFFFF"/>
                </a:solidFill>
              </a:rPr>
              <a:t> o cinema </a:t>
            </a:r>
            <a:r>
              <a:rPr lang="en-US" sz="4400" dirty="0" err="1">
                <a:solidFill>
                  <a:srgbClr val="FFFFFF"/>
                </a:solidFill>
              </a:rPr>
              <a:t>já</a:t>
            </a:r>
            <a:r>
              <a:rPr lang="en-US" sz="4400" dirty="0">
                <a:solidFill>
                  <a:srgbClr val="FFFFFF"/>
                </a:solidFill>
              </a:rPr>
              <a:t> </a:t>
            </a:r>
            <a:r>
              <a:rPr lang="en-US" sz="4400" dirty="0" err="1">
                <a:solidFill>
                  <a:srgbClr val="FFFFFF"/>
                </a:solidFill>
              </a:rPr>
              <a:t>nos</a:t>
            </a:r>
            <a:r>
              <a:rPr lang="en-US" sz="4400" dirty="0">
                <a:solidFill>
                  <a:srgbClr val="FFFFFF"/>
                </a:solidFill>
              </a:rPr>
              <a:t> </a:t>
            </a:r>
            <a:r>
              <a:rPr lang="en-US" sz="4400" dirty="0" err="1">
                <a:solidFill>
                  <a:srgbClr val="FFFFFF"/>
                </a:solidFill>
              </a:rPr>
              <a:t>assustou</a:t>
            </a:r>
            <a:r>
              <a:rPr lang="en-US" sz="4400" dirty="0">
                <a:solidFill>
                  <a:srgbClr val="FFFFFF"/>
                </a:solidFill>
              </a:rPr>
              <a:t> com a I.A, é hora de </a:t>
            </a:r>
            <a:r>
              <a:rPr lang="en-US" sz="4400" dirty="0" err="1">
                <a:solidFill>
                  <a:srgbClr val="FFFFFF"/>
                </a:solidFill>
              </a:rPr>
              <a:t>ressignificar</a:t>
            </a:r>
            <a:r>
              <a:rPr lang="en-US" sz="4400" dirty="0">
                <a:solidFill>
                  <a:srgbClr val="FFFFFF"/>
                </a:solidFill>
              </a:rPr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21114439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3" name="Rectangle 72">
            <a:extLst>
              <a:ext uri="{FF2B5EF4-FFF2-40B4-BE49-F238E27FC236}">
                <a16:creationId xmlns:a16="http://schemas.microsoft.com/office/drawing/2014/main" id="{6C2997EE-0889-44C3-AC0D-18F26AC9AA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Imagem relacionada">
            <a:extLst>
              <a:ext uri="{FF2B5EF4-FFF2-40B4-BE49-F238E27FC236}">
                <a16:creationId xmlns:a16="http://schemas.microsoft.com/office/drawing/2014/main" id="{3F4E3A07-75D5-4058-ACAD-848F7DC48BE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48" r="-2" b="-2"/>
          <a:stretch/>
        </p:blipFill>
        <p:spPr bwMode="auto">
          <a:xfrm>
            <a:off x="5622233" y="10"/>
            <a:ext cx="6569769" cy="3750724"/>
          </a:xfrm>
          <a:custGeom>
            <a:avLst/>
            <a:gdLst>
              <a:gd name="connsiteX0" fmla="*/ 1738471 w 6569769"/>
              <a:gd name="connsiteY0" fmla="*/ 0 h 3750734"/>
              <a:gd name="connsiteX1" fmla="*/ 6569769 w 6569769"/>
              <a:gd name="connsiteY1" fmla="*/ 0 h 3750734"/>
              <a:gd name="connsiteX2" fmla="*/ 6569769 w 6569769"/>
              <a:gd name="connsiteY2" fmla="*/ 3750734 h 3750734"/>
              <a:gd name="connsiteX3" fmla="*/ 0 w 6569769"/>
              <a:gd name="connsiteY3" fmla="*/ 3750734 h 37507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569769" h="3750734">
                <a:moveTo>
                  <a:pt x="1738471" y="0"/>
                </a:moveTo>
                <a:lnTo>
                  <a:pt x="6569769" y="0"/>
                </a:lnTo>
                <a:lnTo>
                  <a:pt x="6569769" y="3750734"/>
                </a:lnTo>
                <a:lnTo>
                  <a:pt x="0" y="3750734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Imagem 8" descr="Uma imagem contendo edifício&#10;&#10;Descrição gerada automaticamente">
            <a:extLst>
              <a:ext uri="{FF2B5EF4-FFF2-40B4-BE49-F238E27FC236}">
                <a16:creationId xmlns:a16="http://schemas.microsoft.com/office/drawing/2014/main" id="{EFF18611-6B85-4F48-A6D3-7463B303BE2D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32452" b="11789"/>
          <a:stretch/>
        </p:blipFill>
        <p:spPr>
          <a:xfrm>
            <a:off x="4182011" y="3887894"/>
            <a:ext cx="8009991" cy="2970106"/>
          </a:xfrm>
          <a:custGeom>
            <a:avLst/>
            <a:gdLst>
              <a:gd name="connsiteX0" fmla="*/ 1376648 w 8009991"/>
              <a:gd name="connsiteY0" fmla="*/ 0 h 2970106"/>
              <a:gd name="connsiteX1" fmla="*/ 8009991 w 8009991"/>
              <a:gd name="connsiteY1" fmla="*/ 0 h 2970106"/>
              <a:gd name="connsiteX2" fmla="*/ 8009991 w 8009991"/>
              <a:gd name="connsiteY2" fmla="*/ 2970106 h 2970106"/>
              <a:gd name="connsiteX3" fmla="*/ 0 w 8009991"/>
              <a:gd name="connsiteY3" fmla="*/ 2970106 h 29701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09991" h="2970106">
                <a:moveTo>
                  <a:pt x="1376648" y="0"/>
                </a:moveTo>
                <a:lnTo>
                  <a:pt x="8009991" y="0"/>
                </a:lnTo>
                <a:lnTo>
                  <a:pt x="8009991" y="2970106"/>
                </a:lnTo>
                <a:lnTo>
                  <a:pt x="0" y="2970106"/>
                </a:lnTo>
                <a:close/>
              </a:path>
            </a:pathLst>
          </a:custGeom>
        </p:spPr>
      </p:pic>
      <p:pic>
        <p:nvPicPr>
          <p:cNvPr id="7" name="Imagem 6" descr="Uma imagem contendo equipamentos eletrônicos&#10;&#10;Descrição gerada automaticamente">
            <a:extLst>
              <a:ext uri="{FF2B5EF4-FFF2-40B4-BE49-F238E27FC236}">
                <a16:creationId xmlns:a16="http://schemas.microsoft.com/office/drawing/2014/main" id="{73AE9FE0-DEF3-4582-A79A-B4B837DF03D5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12274" b="28315"/>
          <a:stretch/>
        </p:blipFill>
        <p:spPr>
          <a:xfrm>
            <a:off x="20" y="10"/>
            <a:ext cx="7503091" cy="6857990"/>
          </a:xfrm>
          <a:custGeom>
            <a:avLst/>
            <a:gdLst>
              <a:gd name="connsiteX0" fmla="*/ 0 w 7503111"/>
              <a:gd name="connsiteY0" fmla="*/ 0 h 6858000"/>
              <a:gd name="connsiteX1" fmla="*/ 677334 w 7503111"/>
              <a:gd name="connsiteY1" fmla="*/ 0 h 6858000"/>
              <a:gd name="connsiteX2" fmla="*/ 1168036 w 7503111"/>
              <a:gd name="connsiteY2" fmla="*/ 0 h 6858000"/>
              <a:gd name="connsiteX3" fmla="*/ 1205499 w 7503111"/>
              <a:gd name="connsiteY3" fmla="*/ 0 h 6858000"/>
              <a:gd name="connsiteX4" fmla="*/ 1647632 w 7503111"/>
              <a:gd name="connsiteY4" fmla="*/ 0 h 6858000"/>
              <a:gd name="connsiteX5" fmla="*/ 7215401 w 7503111"/>
              <a:gd name="connsiteY5" fmla="*/ 0 h 6858000"/>
              <a:gd name="connsiteX6" fmla="*/ 4041567 w 7503111"/>
              <a:gd name="connsiteY6" fmla="*/ 6852993 h 6858000"/>
              <a:gd name="connsiteX7" fmla="*/ 7503111 w 7503111"/>
              <a:gd name="connsiteY7" fmla="*/ 6852993 h 6858000"/>
              <a:gd name="connsiteX8" fmla="*/ 7503111 w 7503111"/>
              <a:gd name="connsiteY8" fmla="*/ 6852994 h 6858000"/>
              <a:gd name="connsiteX9" fmla="*/ 1647632 w 7503111"/>
              <a:gd name="connsiteY9" fmla="*/ 6852994 h 6858000"/>
              <a:gd name="connsiteX10" fmla="*/ 1647632 w 7503111"/>
              <a:gd name="connsiteY10" fmla="*/ 6858000 h 6858000"/>
              <a:gd name="connsiteX11" fmla="*/ 0 w 7503111"/>
              <a:gd name="connsiteY1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7503111" h="6858000">
                <a:moveTo>
                  <a:pt x="0" y="0"/>
                </a:moveTo>
                <a:lnTo>
                  <a:pt x="677334" y="0"/>
                </a:lnTo>
                <a:lnTo>
                  <a:pt x="1168036" y="0"/>
                </a:lnTo>
                <a:lnTo>
                  <a:pt x="1205499" y="0"/>
                </a:lnTo>
                <a:lnTo>
                  <a:pt x="1647632" y="0"/>
                </a:lnTo>
                <a:lnTo>
                  <a:pt x="7215401" y="0"/>
                </a:lnTo>
                <a:lnTo>
                  <a:pt x="4041567" y="6852993"/>
                </a:lnTo>
                <a:lnTo>
                  <a:pt x="7503111" y="6852993"/>
                </a:lnTo>
                <a:lnTo>
                  <a:pt x="7503111" y="6852994"/>
                </a:lnTo>
                <a:lnTo>
                  <a:pt x="1647632" y="6852994"/>
                </a:lnTo>
                <a:lnTo>
                  <a:pt x="1647632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2" name="Retângulo: Cantos Arredondados 1">
            <a:extLst>
              <a:ext uri="{FF2B5EF4-FFF2-40B4-BE49-F238E27FC236}">
                <a16:creationId xmlns:a16="http://schemas.microsoft.com/office/drawing/2014/main" id="{C0728711-9E10-6187-FED1-25A56441105D}"/>
              </a:ext>
            </a:extLst>
          </p:cNvPr>
          <p:cNvSpPr/>
          <p:nvPr/>
        </p:nvSpPr>
        <p:spPr>
          <a:xfrm>
            <a:off x="2241176" y="493059"/>
            <a:ext cx="2967318" cy="546847"/>
          </a:xfrm>
          <a:prstGeom prst="round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Uma Odisseia no espaço</a:t>
            </a:r>
          </a:p>
        </p:txBody>
      </p: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47AC712A-50A2-1507-AA4E-3D83D46EFD69}"/>
              </a:ext>
            </a:extLst>
          </p:cNvPr>
          <p:cNvSpPr/>
          <p:nvPr/>
        </p:nvSpPr>
        <p:spPr>
          <a:xfrm>
            <a:off x="9638401" y="0"/>
            <a:ext cx="2528048" cy="519953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Eu Robô</a:t>
            </a:r>
          </a:p>
        </p:txBody>
      </p:sp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EEA33C1A-7F04-C65B-A937-A8D08BDA9EA1}"/>
              </a:ext>
            </a:extLst>
          </p:cNvPr>
          <p:cNvSpPr/>
          <p:nvPr/>
        </p:nvSpPr>
        <p:spPr>
          <a:xfrm>
            <a:off x="9663932" y="3887894"/>
            <a:ext cx="2528048" cy="519953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O Vingador do futuro</a:t>
            </a:r>
          </a:p>
        </p:txBody>
      </p:sp>
    </p:spTree>
    <p:extLst>
      <p:ext uri="{BB962C8B-B14F-4D97-AF65-F5344CB8AC3E}">
        <p14:creationId xmlns:p14="http://schemas.microsoft.com/office/powerpoint/2010/main" val="40821679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8000"/>
                <a:hueMod val="94000"/>
                <a:satMod val="148000"/>
                <a:lumMod val="150000"/>
              </a:schemeClr>
            </a:gs>
            <a:gs pos="100000">
              <a:schemeClr val="bg1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>
            <a:extLst>
              <a:ext uri="{FF2B5EF4-FFF2-40B4-BE49-F238E27FC236}">
                <a16:creationId xmlns:a16="http://schemas.microsoft.com/office/drawing/2014/main" id="{9ACD3AF8-B16E-4174-8C1A-41F683C4AF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FF5EAD09-B81D-415F-8BCF-73C81AE05F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0" name="Rectangle 5">
              <a:extLst>
                <a:ext uri="{FF2B5EF4-FFF2-40B4-BE49-F238E27FC236}">
                  <a16:creationId xmlns:a16="http://schemas.microsoft.com/office/drawing/2014/main" id="{CFB79010-8ED4-49EF-AFD2-F4D8C80B69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4649B869-006E-42B5-9DDC-21049B130E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2" name="Freeform 7">
              <a:extLst>
                <a:ext uri="{FF2B5EF4-FFF2-40B4-BE49-F238E27FC236}">
                  <a16:creationId xmlns:a16="http://schemas.microsoft.com/office/drawing/2014/main" id="{443096BD-333F-48B6-8220-D1F9793E40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3" name="Rectangle 8">
              <a:extLst>
                <a:ext uri="{FF2B5EF4-FFF2-40B4-BE49-F238E27FC236}">
                  <a16:creationId xmlns:a16="http://schemas.microsoft.com/office/drawing/2014/main" id="{1A45BB9A-7E84-4B9B-923A-270A97F852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4" name="Freeform 9">
              <a:extLst>
                <a:ext uri="{FF2B5EF4-FFF2-40B4-BE49-F238E27FC236}">
                  <a16:creationId xmlns:a16="http://schemas.microsoft.com/office/drawing/2014/main" id="{D7D7C768-2F76-4DE2-A807-1B9FFF816C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Freeform 10">
              <a:extLst>
                <a:ext uri="{FF2B5EF4-FFF2-40B4-BE49-F238E27FC236}">
                  <a16:creationId xmlns:a16="http://schemas.microsoft.com/office/drawing/2014/main" id="{1870B32E-EE42-470E-B543-CA55AEC8CA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6" name="Freeform 11">
              <a:extLst>
                <a:ext uri="{FF2B5EF4-FFF2-40B4-BE49-F238E27FC236}">
                  <a16:creationId xmlns:a16="http://schemas.microsoft.com/office/drawing/2014/main" id="{EEF09120-11AA-4DB5-98A8-EC4923002C6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2">
              <a:extLst>
                <a:ext uri="{FF2B5EF4-FFF2-40B4-BE49-F238E27FC236}">
                  <a16:creationId xmlns:a16="http://schemas.microsoft.com/office/drawing/2014/main" id="{39CC463D-589C-461C-A234-0460EB06B8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3">
              <a:extLst>
                <a:ext uri="{FF2B5EF4-FFF2-40B4-BE49-F238E27FC236}">
                  <a16:creationId xmlns:a16="http://schemas.microsoft.com/office/drawing/2014/main" id="{B6516153-269A-421E-A021-CB3F3C5E1D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4">
              <a:extLst>
                <a:ext uri="{FF2B5EF4-FFF2-40B4-BE49-F238E27FC236}">
                  <a16:creationId xmlns:a16="http://schemas.microsoft.com/office/drawing/2014/main" id="{45E14300-6C4A-4F77-915F-F3B25B0237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5">
              <a:extLst>
                <a:ext uri="{FF2B5EF4-FFF2-40B4-BE49-F238E27FC236}">
                  <a16:creationId xmlns:a16="http://schemas.microsoft.com/office/drawing/2014/main" id="{993E312A-E6A6-4B52-ADE6-618ADC89BA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6">
              <a:extLst>
                <a:ext uri="{FF2B5EF4-FFF2-40B4-BE49-F238E27FC236}">
                  <a16:creationId xmlns:a16="http://schemas.microsoft.com/office/drawing/2014/main" id="{2F0F3026-2480-472B-8C52-36812C81EF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7">
              <a:extLst>
                <a:ext uri="{FF2B5EF4-FFF2-40B4-BE49-F238E27FC236}">
                  <a16:creationId xmlns:a16="http://schemas.microsoft.com/office/drawing/2014/main" id="{34E1C992-559D-4827-9F30-31A3CA7A2B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8">
              <a:extLst>
                <a:ext uri="{FF2B5EF4-FFF2-40B4-BE49-F238E27FC236}">
                  <a16:creationId xmlns:a16="http://schemas.microsoft.com/office/drawing/2014/main" id="{D9F2FB98-F443-498F-AAD9-6945825681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9">
              <a:extLst>
                <a:ext uri="{FF2B5EF4-FFF2-40B4-BE49-F238E27FC236}">
                  <a16:creationId xmlns:a16="http://schemas.microsoft.com/office/drawing/2014/main" id="{75DBF6EC-ED50-43E4-8A8B-64CE86A880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20">
              <a:extLst>
                <a:ext uri="{FF2B5EF4-FFF2-40B4-BE49-F238E27FC236}">
                  <a16:creationId xmlns:a16="http://schemas.microsoft.com/office/drawing/2014/main" id="{FD854F40-AC43-4F21-9C62-2CE35CFD2B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21">
              <a:extLst>
                <a:ext uri="{FF2B5EF4-FFF2-40B4-BE49-F238E27FC236}">
                  <a16:creationId xmlns:a16="http://schemas.microsoft.com/office/drawing/2014/main" id="{62CCB560-494A-4F74-9DE4-068806A893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2">
              <a:extLst>
                <a:ext uri="{FF2B5EF4-FFF2-40B4-BE49-F238E27FC236}">
                  <a16:creationId xmlns:a16="http://schemas.microsoft.com/office/drawing/2014/main" id="{6F9A05F2-B5D2-4D8A-9A78-14E45C13FE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3">
              <a:extLst>
                <a:ext uri="{FF2B5EF4-FFF2-40B4-BE49-F238E27FC236}">
                  <a16:creationId xmlns:a16="http://schemas.microsoft.com/office/drawing/2014/main" id="{A6373189-19BB-4BEC-84A3-432253E058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4">
              <a:extLst>
                <a:ext uri="{FF2B5EF4-FFF2-40B4-BE49-F238E27FC236}">
                  <a16:creationId xmlns:a16="http://schemas.microsoft.com/office/drawing/2014/main" id="{71AB3122-947A-44DB-B190-A2601C6C95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5">
              <a:extLst>
                <a:ext uri="{FF2B5EF4-FFF2-40B4-BE49-F238E27FC236}">
                  <a16:creationId xmlns:a16="http://schemas.microsoft.com/office/drawing/2014/main" id="{74B4109D-3AFC-4D44-87B1-0CDED3E638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6">
              <a:extLst>
                <a:ext uri="{FF2B5EF4-FFF2-40B4-BE49-F238E27FC236}">
                  <a16:creationId xmlns:a16="http://schemas.microsoft.com/office/drawing/2014/main" id="{44AAD39F-F7C9-4D00-95E0-0465B4E858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7">
              <a:extLst>
                <a:ext uri="{FF2B5EF4-FFF2-40B4-BE49-F238E27FC236}">
                  <a16:creationId xmlns:a16="http://schemas.microsoft.com/office/drawing/2014/main" id="{C1DCAB8D-6EF6-4A84-8D0C-AA9226DEC9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8">
              <a:extLst>
                <a:ext uri="{FF2B5EF4-FFF2-40B4-BE49-F238E27FC236}">
                  <a16:creationId xmlns:a16="http://schemas.microsoft.com/office/drawing/2014/main" id="{C407F97F-83CF-4703-B9E0-6335530E32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9">
              <a:extLst>
                <a:ext uri="{FF2B5EF4-FFF2-40B4-BE49-F238E27FC236}">
                  <a16:creationId xmlns:a16="http://schemas.microsoft.com/office/drawing/2014/main" id="{0D8D2363-5D84-4CFF-89AA-3C93C859DB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30">
              <a:extLst>
                <a:ext uri="{FF2B5EF4-FFF2-40B4-BE49-F238E27FC236}">
                  <a16:creationId xmlns:a16="http://schemas.microsoft.com/office/drawing/2014/main" id="{0435A35C-AC99-4E12-8CB0-9C640DAA94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31">
              <a:extLst>
                <a:ext uri="{FF2B5EF4-FFF2-40B4-BE49-F238E27FC236}">
                  <a16:creationId xmlns:a16="http://schemas.microsoft.com/office/drawing/2014/main" id="{F20392CF-2256-4527-836B-2E6F88596E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2">
              <a:extLst>
                <a:ext uri="{FF2B5EF4-FFF2-40B4-BE49-F238E27FC236}">
                  <a16:creationId xmlns:a16="http://schemas.microsoft.com/office/drawing/2014/main" id="{C52C3AD3-122C-4010-9C55-B0247F8CCAB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Rectangle 33">
              <a:extLst>
                <a:ext uri="{FF2B5EF4-FFF2-40B4-BE49-F238E27FC236}">
                  <a16:creationId xmlns:a16="http://schemas.microsoft.com/office/drawing/2014/main" id="{EFCB53ED-09C0-4AD7-9BBC-366833D5FE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39" name="Freeform 34">
              <a:extLst>
                <a:ext uri="{FF2B5EF4-FFF2-40B4-BE49-F238E27FC236}">
                  <a16:creationId xmlns:a16="http://schemas.microsoft.com/office/drawing/2014/main" id="{6F309F52-BFCF-47D9-8089-BC049540DB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Freeform 35">
              <a:extLst>
                <a:ext uri="{FF2B5EF4-FFF2-40B4-BE49-F238E27FC236}">
                  <a16:creationId xmlns:a16="http://schemas.microsoft.com/office/drawing/2014/main" id="{5F9AE85F-C7AA-4761-B468-2E100829BC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1" name="Freeform 36">
              <a:extLst>
                <a:ext uri="{FF2B5EF4-FFF2-40B4-BE49-F238E27FC236}">
                  <a16:creationId xmlns:a16="http://schemas.microsoft.com/office/drawing/2014/main" id="{2C81C778-91E5-4AE9-AACB-8566E7A28B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7">
              <a:extLst>
                <a:ext uri="{FF2B5EF4-FFF2-40B4-BE49-F238E27FC236}">
                  <a16:creationId xmlns:a16="http://schemas.microsoft.com/office/drawing/2014/main" id="{6C56E0B4-58A0-4B2B-BD56-54121BB8DB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8">
              <a:extLst>
                <a:ext uri="{FF2B5EF4-FFF2-40B4-BE49-F238E27FC236}">
                  <a16:creationId xmlns:a16="http://schemas.microsoft.com/office/drawing/2014/main" id="{88A29CFE-13A6-4509-946F-5C074F856E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9">
              <a:extLst>
                <a:ext uri="{FF2B5EF4-FFF2-40B4-BE49-F238E27FC236}">
                  <a16:creationId xmlns:a16="http://schemas.microsoft.com/office/drawing/2014/main" id="{00235A0A-018B-4499-AC16-AF83457BF4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40">
              <a:extLst>
                <a:ext uri="{FF2B5EF4-FFF2-40B4-BE49-F238E27FC236}">
                  <a16:creationId xmlns:a16="http://schemas.microsoft.com/office/drawing/2014/main" id="{861DF9B7-50DC-4EBE-8B23-97FE92DBBB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41">
              <a:extLst>
                <a:ext uri="{FF2B5EF4-FFF2-40B4-BE49-F238E27FC236}">
                  <a16:creationId xmlns:a16="http://schemas.microsoft.com/office/drawing/2014/main" id="{69673907-73D7-4729-A911-9BD078EC2E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2">
              <a:extLst>
                <a:ext uri="{FF2B5EF4-FFF2-40B4-BE49-F238E27FC236}">
                  <a16:creationId xmlns:a16="http://schemas.microsoft.com/office/drawing/2014/main" id="{4DC844D3-8053-4EE7-A286-50157B6FD8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3">
              <a:extLst>
                <a:ext uri="{FF2B5EF4-FFF2-40B4-BE49-F238E27FC236}">
                  <a16:creationId xmlns:a16="http://schemas.microsoft.com/office/drawing/2014/main" id="{D67575A0-A45A-4773-874C-16370E3670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4">
              <a:extLst>
                <a:ext uri="{FF2B5EF4-FFF2-40B4-BE49-F238E27FC236}">
                  <a16:creationId xmlns:a16="http://schemas.microsoft.com/office/drawing/2014/main" id="{4327252B-B62B-4DE0-A924-B7F6E40AD9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Rectangle 45">
              <a:extLst>
                <a:ext uri="{FF2B5EF4-FFF2-40B4-BE49-F238E27FC236}">
                  <a16:creationId xmlns:a16="http://schemas.microsoft.com/office/drawing/2014/main" id="{778BC6A7-AC19-497B-A7C6-E447B2EBDA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1" name="Freeform 46">
              <a:extLst>
                <a:ext uri="{FF2B5EF4-FFF2-40B4-BE49-F238E27FC236}">
                  <a16:creationId xmlns:a16="http://schemas.microsoft.com/office/drawing/2014/main" id="{4E79A87B-BF1F-437A-9FED-BE93025E50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Freeform 47">
              <a:extLst>
                <a:ext uri="{FF2B5EF4-FFF2-40B4-BE49-F238E27FC236}">
                  <a16:creationId xmlns:a16="http://schemas.microsoft.com/office/drawing/2014/main" id="{DFAAF3CC-B4E0-45C8-AC2D-EF0D6D823D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3" name="Freeform 48">
              <a:extLst>
                <a:ext uri="{FF2B5EF4-FFF2-40B4-BE49-F238E27FC236}">
                  <a16:creationId xmlns:a16="http://schemas.microsoft.com/office/drawing/2014/main" id="{A5A12C87-1E4A-4664-B2F4-A1C8B656F9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9">
              <a:extLst>
                <a:ext uri="{FF2B5EF4-FFF2-40B4-BE49-F238E27FC236}">
                  <a16:creationId xmlns:a16="http://schemas.microsoft.com/office/drawing/2014/main" id="{B3AF8230-4630-4505-ADDB-16A9B6B377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50">
              <a:extLst>
                <a:ext uri="{FF2B5EF4-FFF2-40B4-BE49-F238E27FC236}">
                  <a16:creationId xmlns:a16="http://schemas.microsoft.com/office/drawing/2014/main" id="{33F93F6D-724D-42F3-AF1D-3081EAB5D1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51">
              <a:extLst>
                <a:ext uri="{FF2B5EF4-FFF2-40B4-BE49-F238E27FC236}">
                  <a16:creationId xmlns:a16="http://schemas.microsoft.com/office/drawing/2014/main" id="{F5DD7A8F-FB67-4E79-80DB-0FAF3A0989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2">
              <a:extLst>
                <a:ext uri="{FF2B5EF4-FFF2-40B4-BE49-F238E27FC236}">
                  <a16:creationId xmlns:a16="http://schemas.microsoft.com/office/drawing/2014/main" id="{7B140A84-E89E-4A80-9DF8-7BCA45F908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3">
              <a:extLst>
                <a:ext uri="{FF2B5EF4-FFF2-40B4-BE49-F238E27FC236}">
                  <a16:creationId xmlns:a16="http://schemas.microsoft.com/office/drawing/2014/main" id="{279E1D6A-EFE2-44C6-A5BF-DFADF0DC91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4">
              <a:extLst>
                <a:ext uri="{FF2B5EF4-FFF2-40B4-BE49-F238E27FC236}">
                  <a16:creationId xmlns:a16="http://schemas.microsoft.com/office/drawing/2014/main" id="{C9FA2204-561F-4ABB-988C-03053820F1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5">
              <a:extLst>
                <a:ext uri="{FF2B5EF4-FFF2-40B4-BE49-F238E27FC236}">
                  <a16:creationId xmlns:a16="http://schemas.microsoft.com/office/drawing/2014/main" id="{8BD7D04E-AC0A-424F-BC40-28842DAFFA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6">
              <a:extLst>
                <a:ext uri="{FF2B5EF4-FFF2-40B4-BE49-F238E27FC236}">
                  <a16:creationId xmlns:a16="http://schemas.microsoft.com/office/drawing/2014/main" id="{32B616A2-FE09-47DD-B58C-12EE58B7CA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7">
              <a:extLst>
                <a:ext uri="{FF2B5EF4-FFF2-40B4-BE49-F238E27FC236}">
                  <a16:creationId xmlns:a16="http://schemas.microsoft.com/office/drawing/2014/main" id="{08C5EAF5-6064-484E-BA05-80D09D84EA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8">
              <a:extLst>
                <a:ext uri="{FF2B5EF4-FFF2-40B4-BE49-F238E27FC236}">
                  <a16:creationId xmlns:a16="http://schemas.microsoft.com/office/drawing/2014/main" id="{F11D90DF-D275-4725-884C-77E5E01D89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9BE10567-6165-46A7-867D-4690A16B46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1"/>
            <a:ext cx="12192003" cy="6858001"/>
            <a:chOff x="0" y="-1"/>
            <a:chExt cx="12192003" cy="6858001"/>
          </a:xfrm>
        </p:grpSpPr>
        <p:sp useBgFill="1">
          <p:nvSpPr>
            <p:cNvPr id="66" name="Rectangle 65">
              <a:extLst>
                <a:ext uri="{FF2B5EF4-FFF2-40B4-BE49-F238E27FC236}">
                  <a16:creationId xmlns:a16="http://schemas.microsoft.com/office/drawing/2014/main" id="{0F4DB1F4-429C-4C85-85D7-C4D81996D3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" y="-1"/>
              <a:ext cx="121920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67" name="Picture 2">
              <a:extLst>
                <a:ext uri="{FF2B5EF4-FFF2-40B4-BE49-F238E27FC236}">
                  <a16:creationId xmlns:a16="http://schemas.microsoft.com/office/drawing/2014/main" id="{159C0DA6-71D9-4C96-A774-7FADF5E0A4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 noChangeArrowheads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2">
              <a:alphaModFix amt="30000"/>
              <a:duotone>
                <a:prstClr val="black"/>
                <a:schemeClr val="tx2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-1"/>
              <a:ext cx="12192003" cy="685800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69" name="Round Diagonal Corner Rectangle 7">
            <a:extLst>
              <a:ext uri="{FF2B5EF4-FFF2-40B4-BE49-F238E27FC236}">
                <a16:creationId xmlns:a16="http://schemas.microsoft.com/office/drawing/2014/main" id="{4B24F6DB-F114-44A7-BB56-D401884E4E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582333" y="2235200"/>
            <a:ext cx="7027334" cy="2396067"/>
          </a:xfrm>
          <a:prstGeom prst="round2DiagRect">
            <a:avLst>
              <a:gd name="adj1" fmla="val 9246"/>
              <a:gd name="adj2" fmla="val 0"/>
            </a:avLst>
          </a:prstGeom>
          <a:solidFill>
            <a:srgbClr val="000000">
              <a:alpha val="80000"/>
            </a:srgbClr>
          </a:solidFill>
          <a:ln w="19050" cap="sq">
            <a:solidFill>
              <a:schemeClr val="tx2"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1" name="Group 70">
            <a:extLst>
              <a:ext uri="{FF2B5EF4-FFF2-40B4-BE49-F238E27FC236}">
                <a16:creationId xmlns:a16="http://schemas.microsoft.com/office/drawing/2014/main" id="{4DB50ECD-225E-4F81-AF7B-706DD05F3B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05895" y="2900097"/>
            <a:ext cx="10982062" cy="1211524"/>
            <a:chOff x="605895" y="2900097"/>
            <a:chExt cx="10982062" cy="1211524"/>
          </a:xfrm>
          <a:effectLst/>
        </p:grpSpPr>
        <p:sp>
          <p:nvSpPr>
            <p:cNvPr id="72" name="Freeform 32">
              <a:extLst>
                <a:ext uri="{FF2B5EF4-FFF2-40B4-BE49-F238E27FC236}">
                  <a16:creationId xmlns:a16="http://schemas.microsoft.com/office/drawing/2014/main" id="{CBC3B006-1357-4969-BC3D-CDD91E492B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 flipV="1">
              <a:off x="9653587" y="3379784"/>
              <a:ext cx="417513" cy="512763"/>
            </a:xfrm>
            <a:custGeom>
              <a:avLst/>
              <a:gdLst/>
              <a:ahLst/>
              <a:cxnLst/>
              <a:rect l="0" t="0" r="r" b="b"/>
              <a:pathLst>
                <a:path w="263" h="323">
                  <a:moveTo>
                    <a:pt x="12" y="323"/>
                  </a:moveTo>
                  <a:lnTo>
                    <a:pt x="0" y="314"/>
                  </a:lnTo>
                  <a:lnTo>
                    <a:pt x="203" y="108"/>
                  </a:lnTo>
                  <a:lnTo>
                    <a:pt x="248" y="0"/>
                  </a:lnTo>
                  <a:lnTo>
                    <a:pt x="263" y="6"/>
                  </a:lnTo>
                  <a:lnTo>
                    <a:pt x="218" y="117"/>
                  </a:lnTo>
                  <a:lnTo>
                    <a:pt x="218" y="117"/>
                  </a:lnTo>
                  <a:lnTo>
                    <a:pt x="12" y="323"/>
                  </a:ln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</p:sp>
        <p:sp>
          <p:nvSpPr>
            <p:cNvPr id="73" name="Freeform 33">
              <a:extLst>
                <a:ext uri="{FF2B5EF4-FFF2-40B4-BE49-F238E27FC236}">
                  <a16:creationId xmlns:a16="http://schemas.microsoft.com/office/drawing/2014/main" id="{0D6E4F1D-B331-41B5-90EF-2236C1EE15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 flipV="1">
              <a:off x="10078244" y="3310728"/>
              <a:ext cx="157163" cy="152400"/>
            </a:xfrm>
            <a:custGeom>
              <a:avLst/>
              <a:gdLst/>
              <a:ahLst/>
              <a:cxnLst/>
              <a:rect l="0" t="0" r="r" b="b"/>
              <a:pathLst>
                <a:path w="33" h="32">
                  <a:moveTo>
                    <a:pt x="17" y="32"/>
                  </a:moveTo>
                  <a:cubicBezTo>
                    <a:pt x="13" y="32"/>
                    <a:pt x="9" y="30"/>
                    <a:pt x="6" y="27"/>
                  </a:cubicBezTo>
                  <a:cubicBezTo>
                    <a:pt x="0" y="21"/>
                    <a:pt x="0" y="11"/>
                    <a:pt x="6" y="5"/>
                  </a:cubicBezTo>
                  <a:cubicBezTo>
                    <a:pt x="9" y="2"/>
                    <a:pt x="13" y="0"/>
                    <a:pt x="17" y="0"/>
                  </a:cubicBezTo>
                  <a:cubicBezTo>
                    <a:pt x="21" y="0"/>
                    <a:pt x="25" y="2"/>
                    <a:pt x="28" y="5"/>
                  </a:cubicBezTo>
                  <a:cubicBezTo>
                    <a:pt x="31" y="8"/>
                    <a:pt x="33" y="12"/>
                    <a:pt x="33" y="16"/>
                  </a:cubicBezTo>
                  <a:cubicBezTo>
                    <a:pt x="33" y="20"/>
                    <a:pt x="31" y="24"/>
                    <a:pt x="28" y="27"/>
                  </a:cubicBezTo>
                  <a:cubicBezTo>
                    <a:pt x="25" y="30"/>
                    <a:pt x="21" y="32"/>
                    <a:pt x="17" y="32"/>
                  </a:cubicBezTo>
                  <a:close/>
                  <a:moveTo>
                    <a:pt x="17" y="4"/>
                  </a:moveTo>
                  <a:cubicBezTo>
                    <a:pt x="14" y="4"/>
                    <a:pt x="11" y="6"/>
                    <a:pt x="9" y="8"/>
                  </a:cubicBezTo>
                  <a:cubicBezTo>
                    <a:pt x="4" y="12"/>
                    <a:pt x="4" y="20"/>
                    <a:pt x="9" y="24"/>
                  </a:cubicBezTo>
                  <a:cubicBezTo>
                    <a:pt x="11" y="27"/>
                    <a:pt x="14" y="28"/>
                    <a:pt x="17" y="28"/>
                  </a:cubicBezTo>
                  <a:cubicBezTo>
                    <a:pt x="20" y="28"/>
                    <a:pt x="23" y="27"/>
                    <a:pt x="26" y="24"/>
                  </a:cubicBezTo>
                  <a:cubicBezTo>
                    <a:pt x="30" y="20"/>
                    <a:pt x="30" y="12"/>
                    <a:pt x="26" y="8"/>
                  </a:cubicBezTo>
                  <a:cubicBezTo>
                    <a:pt x="23" y="6"/>
                    <a:pt x="20" y="4"/>
                    <a:pt x="17" y="4"/>
                  </a:cubicBez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</p:sp>
        <p:sp>
          <p:nvSpPr>
            <p:cNvPr id="74" name="Freeform 34">
              <a:extLst>
                <a:ext uri="{FF2B5EF4-FFF2-40B4-BE49-F238E27FC236}">
                  <a16:creationId xmlns:a16="http://schemas.microsoft.com/office/drawing/2014/main" id="{54A60014-21DF-44E5-9137-4335718850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 flipV="1">
              <a:off x="11146631" y="3574253"/>
              <a:ext cx="188913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</p:sp>
        <p:sp>
          <p:nvSpPr>
            <p:cNvPr id="75" name="Freeform 37">
              <a:extLst>
                <a:ext uri="{FF2B5EF4-FFF2-40B4-BE49-F238E27FC236}">
                  <a16:creationId xmlns:a16="http://schemas.microsoft.com/office/drawing/2014/main" id="{40B768C0-B003-45F4-9A06-EA3509A90B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 flipV="1">
              <a:off x="10230644" y="3034502"/>
              <a:ext cx="304800" cy="1544638"/>
            </a:xfrm>
            <a:custGeom>
              <a:avLst/>
              <a:gdLst/>
              <a:ahLst/>
              <a:cxnLst/>
              <a:rect l="0" t="0" r="r" b="b"/>
              <a:pathLst>
                <a:path w="192" h="973">
                  <a:moveTo>
                    <a:pt x="15" y="973"/>
                  </a:moveTo>
                  <a:lnTo>
                    <a:pt x="0" y="973"/>
                  </a:lnTo>
                  <a:lnTo>
                    <a:pt x="0" y="790"/>
                  </a:lnTo>
                  <a:lnTo>
                    <a:pt x="174" y="614"/>
                  </a:lnTo>
                  <a:lnTo>
                    <a:pt x="174" y="0"/>
                  </a:lnTo>
                  <a:lnTo>
                    <a:pt x="192" y="0"/>
                  </a:lnTo>
                  <a:lnTo>
                    <a:pt x="192" y="620"/>
                  </a:lnTo>
                  <a:lnTo>
                    <a:pt x="15" y="796"/>
                  </a:lnTo>
                  <a:lnTo>
                    <a:pt x="15" y="973"/>
                  </a:ln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</p:sp>
        <p:sp>
          <p:nvSpPr>
            <p:cNvPr id="76" name="Freeform 35">
              <a:extLst>
                <a:ext uri="{FF2B5EF4-FFF2-40B4-BE49-F238E27FC236}">
                  <a16:creationId xmlns:a16="http://schemas.microsoft.com/office/drawing/2014/main" id="{5E479182-2054-4AD9-823D-81CFAD7F2C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>
              <a:off x="10034587" y="2562753"/>
              <a:ext cx="298450" cy="1154113"/>
            </a:xfrm>
            <a:custGeom>
              <a:avLst/>
              <a:gdLst/>
              <a:ahLst/>
              <a:cxnLst/>
              <a:rect l="0" t="0" r="r" b="b"/>
              <a:pathLst>
                <a:path w="188" h="727">
                  <a:moveTo>
                    <a:pt x="15" y="727"/>
                  </a:moveTo>
                  <a:lnTo>
                    <a:pt x="0" y="727"/>
                  </a:lnTo>
                  <a:lnTo>
                    <a:pt x="0" y="407"/>
                  </a:lnTo>
                  <a:lnTo>
                    <a:pt x="0" y="407"/>
                  </a:lnTo>
                  <a:lnTo>
                    <a:pt x="176" y="0"/>
                  </a:lnTo>
                  <a:lnTo>
                    <a:pt x="188" y="6"/>
                  </a:lnTo>
                  <a:lnTo>
                    <a:pt x="15" y="410"/>
                  </a:lnTo>
                  <a:lnTo>
                    <a:pt x="15" y="727"/>
                  </a:ln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</p:sp>
        <p:sp>
          <p:nvSpPr>
            <p:cNvPr id="77" name="Freeform 36">
              <a:extLst>
                <a:ext uri="{FF2B5EF4-FFF2-40B4-BE49-F238E27FC236}">
                  <a16:creationId xmlns:a16="http://schemas.microsoft.com/office/drawing/2014/main" id="{A7D912CF-756A-41F1-8BF1-5BA7D1BD05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>
              <a:off x="10747375" y="3232679"/>
              <a:ext cx="157163" cy="155575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5"/>
                    <a:pt x="0" y="16"/>
                  </a:cubicBezTo>
                  <a:cubicBezTo>
                    <a:pt x="0" y="7"/>
                    <a:pt x="8" y="0"/>
                    <a:pt x="17" y="0"/>
                  </a:cubicBezTo>
                  <a:cubicBezTo>
                    <a:pt x="26" y="0"/>
                    <a:pt x="33" y="7"/>
                    <a:pt x="33" y="16"/>
                  </a:cubicBezTo>
                  <a:cubicBezTo>
                    <a:pt x="33" y="25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9"/>
                    <a:pt x="4" y="16"/>
                  </a:cubicBezTo>
                  <a:cubicBezTo>
                    <a:pt x="4" y="23"/>
                    <a:pt x="10" y="29"/>
                    <a:pt x="17" y="29"/>
                  </a:cubicBezTo>
                  <a:cubicBezTo>
                    <a:pt x="23" y="29"/>
                    <a:pt x="29" y="23"/>
                    <a:pt x="29" y="16"/>
                  </a:cubicBezTo>
                  <a:cubicBezTo>
                    <a:pt x="29" y="9"/>
                    <a:pt x="23" y="4"/>
                    <a:pt x="17" y="4"/>
                  </a:cubicBez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</p:sp>
        <p:sp>
          <p:nvSpPr>
            <p:cNvPr id="78" name="Freeform 38">
              <a:extLst>
                <a:ext uri="{FF2B5EF4-FFF2-40B4-BE49-F238E27FC236}">
                  <a16:creationId xmlns:a16="http://schemas.microsoft.com/office/drawing/2014/main" id="{734B6F35-2160-44B1-AB00-F628C84B14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>
              <a:off x="11399044" y="3095360"/>
              <a:ext cx="188913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</p:sp>
        <p:sp>
          <p:nvSpPr>
            <p:cNvPr id="79" name="Freeform 39">
              <a:extLst>
                <a:ext uri="{FF2B5EF4-FFF2-40B4-BE49-F238E27FC236}">
                  <a16:creationId xmlns:a16="http://schemas.microsoft.com/office/drawing/2014/main" id="{D8657E76-4F63-44FE-86C5-54CA174FCB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>
              <a:off x="10353675" y="2153178"/>
              <a:ext cx="307975" cy="1801813"/>
            </a:xfrm>
            <a:custGeom>
              <a:avLst/>
              <a:gdLst/>
              <a:ahLst/>
              <a:cxnLst/>
              <a:rect l="0" t="0" r="r" b="b"/>
              <a:pathLst>
                <a:path w="194" h="1135">
                  <a:moveTo>
                    <a:pt x="18" y="1135"/>
                  </a:moveTo>
                  <a:lnTo>
                    <a:pt x="0" y="1135"/>
                  </a:lnTo>
                  <a:lnTo>
                    <a:pt x="0" y="354"/>
                  </a:lnTo>
                  <a:lnTo>
                    <a:pt x="176" y="177"/>
                  </a:lnTo>
                  <a:lnTo>
                    <a:pt x="176" y="0"/>
                  </a:lnTo>
                  <a:lnTo>
                    <a:pt x="194" y="0"/>
                  </a:lnTo>
                  <a:lnTo>
                    <a:pt x="194" y="183"/>
                  </a:lnTo>
                  <a:lnTo>
                    <a:pt x="18" y="360"/>
                  </a:lnTo>
                  <a:lnTo>
                    <a:pt x="18" y="1135"/>
                  </a:ln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</p:sp>
        <p:sp>
          <p:nvSpPr>
            <p:cNvPr id="80" name="Freeform 40">
              <a:extLst>
                <a:ext uri="{FF2B5EF4-FFF2-40B4-BE49-F238E27FC236}">
                  <a16:creationId xmlns:a16="http://schemas.microsoft.com/office/drawing/2014/main" id="{482CEB8C-90E5-4152-8B52-A2881B98A3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>
              <a:off x="9848850" y="330887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</p:sp>
        <p:sp>
          <p:nvSpPr>
            <p:cNvPr id="81" name="Rectangle 41">
              <a:extLst>
                <a:ext uri="{FF2B5EF4-FFF2-40B4-BE49-F238E27FC236}">
                  <a16:creationId xmlns:a16="http://schemas.microsoft.com/office/drawing/2014/main" id="{85010FC2-BC4C-4692-876D-7FE363BFC6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>
              <a:off x="9721056" y="3284272"/>
              <a:ext cx="23813" cy="252413"/>
            </a:xfrm>
            <a:prstGeom prst="rect">
              <a:avLst/>
            </a:pr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</p:sp>
        <p:sp>
          <p:nvSpPr>
            <p:cNvPr id="82" name="Freeform 32">
              <a:extLst>
                <a:ext uri="{FF2B5EF4-FFF2-40B4-BE49-F238E27FC236}">
                  <a16:creationId xmlns:a16="http://schemas.microsoft.com/office/drawing/2014/main" id="{714C1223-2B78-4715-9ACB-079A60D16D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6200000" flipH="1" flipV="1">
              <a:off x="2122751" y="3532184"/>
              <a:ext cx="417513" cy="512763"/>
            </a:xfrm>
            <a:custGeom>
              <a:avLst/>
              <a:gdLst/>
              <a:ahLst/>
              <a:cxnLst/>
              <a:rect l="0" t="0" r="r" b="b"/>
              <a:pathLst>
                <a:path w="263" h="323">
                  <a:moveTo>
                    <a:pt x="12" y="323"/>
                  </a:moveTo>
                  <a:lnTo>
                    <a:pt x="0" y="314"/>
                  </a:lnTo>
                  <a:lnTo>
                    <a:pt x="203" y="108"/>
                  </a:lnTo>
                  <a:lnTo>
                    <a:pt x="248" y="0"/>
                  </a:lnTo>
                  <a:lnTo>
                    <a:pt x="263" y="6"/>
                  </a:lnTo>
                  <a:lnTo>
                    <a:pt x="218" y="117"/>
                  </a:lnTo>
                  <a:lnTo>
                    <a:pt x="218" y="117"/>
                  </a:lnTo>
                  <a:lnTo>
                    <a:pt x="12" y="323"/>
                  </a:ln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</p:sp>
        <p:sp>
          <p:nvSpPr>
            <p:cNvPr id="83" name="Freeform 33">
              <a:extLst>
                <a:ext uri="{FF2B5EF4-FFF2-40B4-BE49-F238E27FC236}">
                  <a16:creationId xmlns:a16="http://schemas.microsoft.com/office/drawing/2014/main" id="{1D9109D3-C92A-410B-9B43-5F02B2D84E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6200000" flipH="1" flipV="1">
              <a:off x="1958445" y="3463128"/>
              <a:ext cx="157163" cy="152400"/>
            </a:xfrm>
            <a:custGeom>
              <a:avLst/>
              <a:gdLst/>
              <a:ahLst/>
              <a:cxnLst/>
              <a:rect l="0" t="0" r="r" b="b"/>
              <a:pathLst>
                <a:path w="33" h="32">
                  <a:moveTo>
                    <a:pt x="17" y="32"/>
                  </a:moveTo>
                  <a:cubicBezTo>
                    <a:pt x="13" y="32"/>
                    <a:pt x="9" y="30"/>
                    <a:pt x="6" y="27"/>
                  </a:cubicBezTo>
                  <a:cubicBezTo>
                    <a:pt x="0" y="21"/>
                    <a:pt x="0" y="11"/>
                    <a:pt x="6" y="5"/>
                  </a:cubicBezTo>
                  <a:cubicBezTo>
                    <a:pt x="9" y="2"/>
                    <a:pt x="13" y="0"/>
                    <a:pt x="17" y="0"/>
                  </a:cubicBezTo>
                  <a:cubicBezTo>
                    <a:pt x="21" y="0"/>
                    <a:pt x="25" y="2"/>
                    <a:pt x="28" y="5"/>
                  </a:cubicBezTo>
                  <a:cubicBezTo>
                    <a:pt x="31" y="8"/>
                    <a:pt x="33" y="12"/>
                    <a:pt x="33" y="16"/>
                  </a:cubicBezTo>
                  <a:cubicBezTo>
                    <a:pt x="33" y="20"/>
                    <a:pt x="31" y="24"/>
                    <a:pt x="28" y="27"/>
                  </a:cubicBezTo>
                  <a:cubicBezTo>
                    <a:pt x="25" y="30"/>
                    <a:pt x="21" y="32"/>
                    <a:pt x="17" y="32"/>
                  </a:cubicBezTo>
                  <a:close/>
                  <a:moveTo>
                    <a:pt x="17" y="4"/>
                  </a:moveTo>
                  <a:cubicBezTo>
                    <a:pt x="14" y="4"/>
                    <a:pt x="11" y="6"/>
                    <a:pt x="9" y="8"/>
                  </a:cubicBezTo>
                  <a:cubicBezTo>
                    <a:pt x="4" y="12"/>
                    <a:pt x="4" y="20"/>
                    <a:pt x="9" y="24"/>
                  </a:cubicBezTo>
                  <a:cubicBezTo>
                    <a:pt x="11" y="27"/>
                    <a:pt x="14" y="28"/>
                    <a:pt x="17" y="28"/>
                  </a:cubicBezTo>
                  <a:cubicBezTo>
                    <a:pt x="20" y="28"/>
                    <a:pt x="23" y="27"/>
                    <a:pt x="26" y="24"/>
                  </a:cubicBezTo>
                  <a:cubicBezTo>
                    <a:pt x="30" y="20"/>
                    <a:pt x="30" y="12"/>
                    <a:pt x="26" y="8"/>
                  </a:cubicBezTo>
                  <a:cubicBezTo>
                    <a:pt x="23" y="6"/>
                    <a:pt x="20" y="4"/>
                    <a:pt x="17" y="4"/>
                  </a:cubicBez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</p:sp>
        <p:sp>
          <p:nvSpPr>
            <p:cNvPr id="84" name="Freeform 34">
              <a:extLst>
                <a:ext uri="{FF2B5EF4-FFF2-40B4-BE49-F238E27FC236}">
                  <a16:creationId xmlns:a16="http://schemas.microsoft.com/office/drawing/2014/main" id="{EF5B327A-A1AE-42F3-815E-84F4AA2948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6200000" flipH="1" flipV="1">
              <a:off x="858308" y="3726653"/>
              <a:ext cx="188913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</p:sp>
        <p:sp>
          <p:nvSpPr>
            <p:cNvPr id="85" name="Freeform 37">
              <a:extLst>
                <a:ext uri="{FF2B5EF4-FFF2-40B4-BE49-F238E27FC236}">
                  <a16:creationId xmlns:a16="http://schemas.microsoft.com/office/drawing/2014/main" id="{77738BDE-751F-4D4C-B4C4-C9DF3EA291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6200000" flipH="1" flipV="1">
              <a:off x="1658407" y="3186902"/>
              <a:ext cx="304800" cy="1544638"/>
            </a:xfrm>
            <a:custGeom>
              <a:avLst/>
              <a:gdLst/>
              <a:ahLst/>
              <a:cxnLst/>
              <a:rect l="0" t="0" r="r" b="b"/>
              <a:pathLst>
                <a:path w="192" h="973">
                  <a:moveTo>
                    <a:pt x="15" y="973"/>
                  </a:moveTo>
                  <a:lnTo>
                    <a:pt x="0" y="973"/>
                  </a:lnTo>
                  <a:lnTo>
                    <a:pt x="0" y="790"/>
                  </a:lnTo>
                  <a:lnTo>
                    <a:pt x="174" y="614"/>
                  </a:lnTo>
                  <a:lnTo>
                    <a:pt x="174" y="0"/>
                  </a:lnTo>
                  <a:lnTo>
                    <a:pt x="192" y="0"/>
                  </a:lnTo>
                  <a:lnTo>
                    <a:pt x="192" y="620"/>
                  </a:lnTo>
                  <a:lnTo>
                    <a:pt x="15" y="796"/>
                  </a:lnTo>
                  <a:lnTo>
                    <a:pt x="15" y="973"/>
                  </a:ln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</p:sp>
        <p:sp>
          <p:nvSpPr>
            <p:cNvPr id="86" name="Freeform 35">
              <a:extLst>
                <a:ext uri="{FF2B5EF4-FFF2-40B4-BE49-F238E27FC236}">
                  <a16:creationId xmlns:a16="http://schemas.microsoft.com/office/drawing/2014/main" id="{9C8C4AD6-72BF-490C-963C-97C7FD7E7E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6200000" flipH="1">
              <a:off x="1860814" y="2715153"/>
              <a:ext cx="298450" cy="1154113"/>
            </a:xfrm>
            <a:custGeom>
              <a:avLst/>
              <a:gdLst/>
              <a:ahLst/>
              <a:cxnLst/>
              <a:rect l="0" t="0" r="r" b="b"/>
              <a:pathLst>
                <a:path w="188" h="727">
                  <a:moveTo>
                    <a:pt x="15" y="727"/>
                  </a:moveTo>
                  <a:lnTo>
                    <a:pt x="0" y="727"/>
                  </a:lnTo>
                  <a:lnTo>
                    <a:pt x="0" y="407"/>
                  </a:lnTo>
                  <a:lnTo>
                    <a:pt x="0" y="407"/>
                  </a:lnTo>
                  <a:lnTo>
                    <a:pt x="176" y="0"/>
                  </a:lnTo>
                  <a:lnTo>
                    <a:pt x="188" y="6"/>
                  </a:lnTo>
                  <a:lnTo>
                    <a:pt x="15" y="410"/>
                  </a:lnTo>
                  <a:lnTo>
                    <a:pt x="15" y="727"/>
                  </a:ln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</p:sp>
        <p:sp>
          <p:nvSpPr>
            <p:cNvPr id="87" name="Freeform 36">
              <a:extLst>
                <a:ext uri="{FF2B5EF4-FFF2-40B4-BE49-F238E27FC236}">
                  <a16:creationId xmlns:a16="http://schemas.microsoft.com/office/drawing/2014/main" id="{94990E31-5AA8-4502-A963-CE1B539DAC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6200000" flipH="1">
              <a:off x="1289314" y="3385079"/>
              <a:ext cx="157163" cy="155575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5"/>
                    <a:pt x="0" y="16"/>
                  </a:cubicBezTo>
                  <a:cubicBezTo>
                    <a:pt x="0" y="7"/>
                    <a:pt x="8" y="0"/>
                    <a:pt x="17" y="0"/>
                  </a:cubicBezTo>
                  <a:cubicBezTo>
                    <a:pt x="26" y="0"/>
                    <a:pt x="33" y="7"/>
                    <a:pt x="33" y="16"/>
                  </a:cubicBezTo>
                  <a:cubicBezTo>
                    <a:pt x="33" y="25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9"/>
                    <a:pt x="4" y="16"/>
                  </a:cubicBezTo>
                  <a:cubicBezTo>
                    <a:pt x="4" y="23"/>
                    <a:pt x="10" y="29"/>
                    <a:pt x="17" y="29"/>
                  </a:cubicBezTo>
                  <a:cubicBezTo>
                    <a:pt x="23" y="29"/>
                    <a:pt x="29" y="23"/>
                    <a:pt x="29" y="16"/>
                  </a:cubicBezTo>
                  <a:cubicBezTo>
                    <a:pt x="29" y="9"/>
                    <a:pt x="23" y="4"/>
                    <a:pt x="17" y="4"/>
                  </a:cubicBez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</p:sp>
        <p:sp>
          <p:nvSpPr>
            <p:cNvPr id="88" name="Freeform 38">
              <a:extLst>
                <a:ext uri="{FF2B5EF4-FFF2-40B4-BE49-F238E27FC236}">
                  <a16:creationId xmlns:a16="http://schemas.microsoft.com/office/drawing/2014/main" id="{9E703E9D-ED76-449C-A8C0-7A1E24B8B2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6200000" flipH="1">
              <a:off x="605895" y="3247760"/>
              <a:ext cx="188913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</p:sp>
        <p:sp>
          <p:nvSpPr>
            <p:cNvPr id="89" name="Freeform 39">
              <a:extLst>
                <a:ext uri="{FF2B5EF4-FFF2-40B4-BE49-F238E27FC236}">
                  <a16:creationId xmlns:a16="http://schemas.microsoft.com/office/drawing/2014/main" id="{C70A75E8-C815-4CCF-ABEE-83F19BFE05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6200000" flipH="1">
              <a:off x="1532202" y="2305578"/>
              <a:ext cx="307975" cy="1801813"/>
            </a:xfrm>
            <a:custGeom>
              <a:avLst/>
              <a:gdLst/>
              <a:ahLst/>
              <a:cxnLst/>
              <a:rect l="0" t="0" r="r" b="b"/>
              <a:pathLst>
                <a:path w="194" h="1135">
                  <a:moveTo>
                    <a:pt x="18" y="1135"/>
                  </a:moveTo>
                  <a:lnTo>
                    <a:pt x="0" y="1135"/>
                  </a:lnTo>
                  <a:lnTo>
                    <a:pt x="0" y="354"/>
                  </a:lnTo>
                  <a:lnTo>
                    <a:pt x="176" y="177"/>
                  </a:lnTo>
                  <a:lnTo>
                    <a:pt x="176" y="0"/>
                  </a:lnTo>
                  <a:lnTo>
                    <a:pt x="194" y="0"/>
                  </a:lnTo>
                  <a:lnTo>
                    <a:pt x="194" y="183"/>
                  </a:lnTo>
                  <a:lnTo>
                    <a:pt x="18" y="360"/>
                  </a:lnTo>
                  <a:lnTo>
                    <a:pt x="18" y="1135"/>
                  </a:ln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</p:sp>
        <p:sp>
          <p:nvSpPr>
            <p:cNvPr id="90" name="Freeform 40">
              <a:extLst>
                <a:ext uri="{FF2B5EF4-FFF2-40B4-BE49-F238E27FC236}">
                  <a16:creationId xmlns:a16="http://schemas.microsoft.com/office/drawing/2014/main" id="{E15638E1-6A92-4D31-A034-853A65A754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6200000" flipH="1">
              <a:off x="2154501" y="346127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</p:sp>
        <p:sp>
          <p:nvSpPr>
            <p:cNvPr id="91" name="Rectangle 41">
              <a:extLst>
                <a:ext uri="{FF2B5EF4-FFF2-40B4-BE49-F238E27FC236}">
                  <a16:creationId xmlns:a16="http://schemas.microsoft.com/office/drawing/2014/main" id="{EA3E8D58-D52B-4300-8A50-5696430D1A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6200000" flipH="1">
              <a:off x="2448983" y="3436672"/>
              <a:ext cx="23813" cy="252413"/>
            </a:xfrm>
            <a:prstGeom prst="rect">
              <a:avLst/>
            </a:pr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6B166F45-B532-47B5-BA6D-5899DB5CD9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7000" y="2463534"/>
            <a:ext cx="6858000" cy="1438541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4400" dirty="0">
                <a:solidFill>
                  <a:srgbClr val="FFFFFF"/>
                </a:solidFill>
              </a:rPr>
              <a:t>E </a:t>
            </a:r>
            <a:r>
              <a:rPr lang="en-US" sz="4400" dirty="0" err="1">
                <a:solidFill>
                  <a:srgbClr val="FFFFFF"/>
                </a:solidFill>
              </a:rPr>
              <a:t>lá</a:t>
            </a:r>
            <a:r>
              <a:rPr lang="en-US" sz="4400" dirty="0">
                <a:solidFill>
                  <a:srgbClr val="FFFFFF"/>
                </a:solidFill>
              </a:rPr>
              <a:t> </a:t>
            </a:r>
            <a:r>
              <a:rPr lang="en-US" sz="4400" dirty="0" err="1">
                <a:solidFill>
                  <a:srgbClr val="FFFFFF"/>
                </a:solidFill>
              </a:rPr>
              <a:t>vem</a:t>
            </a:r>
            <a:r>
              <a:rPr lang="en-US" sz="4400" dirty="0">
                <a:solidFill>
                  <a:srgbClr val="FFFFFF"/>
                </a:solidFill>
              </a:rPr>
              <a:t> </a:t>
            </a:r>
            <a:r>
              <a:rPr lang="en-US" sz="4400" dirty="0" err="1">
                <a:solidFill>
                  <a:srgbClr val="FFFFFF"/>
                </a:solidFill>
              </a:rPr>
              <a:t>história</a:t>
            </a:r>
            <a:r>
              <a:rPr lang="en-US" sz="4400" dirty="0">
                <a:solidFill>
                  <a:srgbClr val="FFFFFF"/>
                </a:solidFill>
              </a:rPr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54156674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Picture 2">
            <a:extLst>
              <a:ext uri="{FF2B5EF4-FFF2-40B4-BE49-F238E27FC236}">
                <a16:creationId xmlns:a16="http://schemas.microsoft.com/office/drawing/2014/main" id="{6551C300-1D7A-46C3-9EF6-0EAC9B1E1F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94" name="Group 93">
            <a:extLst>
              <a:ext uri="{FF2B5EF4-FFF2-40B4-BE49-F238E27FC236}">
                <a16:creationId xmlns:a16="http://schemas.microsoft.com/office/drawing/2014/main" id="{8EC1EDC6-1B42-4FCD-BC53-B1D05BFF2E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5" name="Group 94">
              <a:extLst>
                <a:ext uri="{FF2B5EF4-FFF2-40B4-BE49-F238E27FC236}">
                  <a16:creationId xmlns:a16="http://schemas.microsoft.com/office/drawing/2014/main" id="{633EFBCB-98A2-4F16-B3BB-BF9EC17846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07" name="Rectangle 5">
                <a:extLst>
                  <a:ext uri="{FF2B5EF4-FFF2-40B4-BE49-F238E27FC236}">
                    <a16:creationId xmlns:a16="http://schemas.microsoft.com/office/drawing/2014/main" id="{B399E29C-9CF8-4BD1-8750-949BA21268E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108" name="Freeform 6">
                <a:extLst>
                  <a:ext uri="{FF2B5EF4-FFF2-40B4-BE49-F238E27FC236}">
                    <a16:creationId xmlns:a16="http://schemas.microsoft.com/office/drawing/2014/main" id="{CB02DFF7-56DA-42B6-B49A-C8926B841AD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09" name="Freeform 7">
                <a:extLst>
                  <a:ext uri="{FF2B5EF4-FFF2-40B4-BE49-F238E27FC236}">
                    <a16:creationId xmlns:a16="http://schemas.microsoft.com/office/drawing/2014/main" id="{07F77B45-21CD-43DB-AD58-24F8145021B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10" name="Freeform 8">
                <a:extLst>
                  <a:ext uri="{FF2B5EF4-FFF2-40B4-BE49-F238E27FC236}">
                    <a16:creationId xmlns:a16="http://schemas.microsoft.com/office/drawing/2014/main" id="{F0151C40-12A4-4A09-A8B6-179A062EF64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11" name="Freeform 9">
                <a:extLst>
                  <a:ext uri="{FF2B5EF4-FFF2-40B4-BE49-F238E27FC236}">
                    <a16:creationId xmlns:a16="http://schemas.microsoft.com/office/drawing/2014/main" id="{F0146EA7-EB82-410D-A6ED-7C10C525ADC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12" name="Freeform 10">
                <a:extLst>
                  <a:ext uri="{FF2B5EF4-FFF2-40B4-BE49-F238E27FC236}">
                    <a16:creationId xmlns:a16="http://schemas.microsoft.com/office/drawing/2014/main" id="{20DD5C02-0C86-4FA9-B82A-254EF58D376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13" name="Freeform 11">
                <a:extLst>
                  <a:ext uri="{FF2B5EF4-FFF2-40B4-BE49-F238E27FC236}">
                    <a16:creationId xmlns:a16="http://schemas.microsoft.com/office/drawing/2014/main" id="{19ED9FD5-1147-400A-8A32-82A74F7AD8F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14" name="Freeform 12">
                <a:extLst>
                  <a:ext uri="{FF2B5EF4-FFF2-40B4-BE49-F238E27FC236}">
                    <a16:creationId xmlns:a16="http://schemas.microsoft.com/office/drawing/2014/main" id="{E79E6A0D-4D79-4788-8769-B989488019F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15" name="Freeform 13">
                <a:extLst>
                  <a:ext uri="{FF2B5EF4-FFF2-40B4-BE49-F238E27FC236}">
                    <a16:creationId xmlns:a16="http://schemas.microsoft.com/office/drawing/2014/main" id="{A6F42038-BF59-409A-902B-AD7799149A2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16" name="Freeform 14">
                <a:extLst>
                  <a:ext uri="{FF2B5EF4-FFF2-40B4-BE49-F238E27FC236}">
                    <a16:creationId xmlns:a16="http://schemas.microsoft.com/office/drawing/2014/main" id="{D8B0BD48-5982-4C95-A7C8-E0D23064538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17" name="Freeform 15">
                <a:extLst>
                  <a:ext uri="{FF2B5EF4-FFF2-40B4-BE49-F238E27FC236}">
                    <a16:creationId xmlns:a16="http://schemas.microsoft.com/office/drawing/2014/main" id="{F6C539D3-C6BD-4FB0-AA91-5AF1BF14C5F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18" name="Line 16">
                <a:extLst>
                  <a:ext uri="{FF2B5EF4-FFF2-40B4-BE49-F238E27FC236}">
                    <a16:creationId xmlns:a16="http://schemas.microsoft.com/office/drawing/2014/main" id="{34F70AD6-B8F4-4F9D-8593-D4047107BD9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ShapeType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119" name="Freeform 17">
                <a:extLst>
                  <a:ext uri="{FF2B5EF4-FFF2-40B4-BE49-F238E27FC236}">
                    <a16:creationId xmlns:a16="http://schemas.microsoft.com/office/drawing/2014/main" id="{51EAB0E0-5DE2-4906-80B0-211A6247897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0" name="Freeform 18">
                <a:extLst>
                  <a:ext uri="{FF2B5EF4-FFF2-40B4-BE49-F238E27FC236}">
                    <a16:creationId xmlns:a16="http://schemas.microsoft.com/office/drawing/2014/main" id="{38E8B65E-526B-458D-85A5-21C0A1A74FE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1" name="Freeform 19">
                <a:extLst>
                  <a:ext uri="{FF2B5EF4-FFF2-40B4-BE49-F238E27FC236}">
                    <a16:creationId xmlns:a16="http://schemas.microsoft.com/office/drawing/2014/main" id="{CCE331A2-5388-42F4-A175-69310C1BEF5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2" name="Freeform 20">
                <a:extLst>
                  <a:ext uri="{FF2B5EF4-FFF2-40B4-BE49-F238E27FC236}">
                    <a16:creationId xmlns:a16="http://schemas.microsoft.com/office/drawing/2014/main" id="{4E758D69-ACA2-4888-84BB-B05B1FAF2AE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3" name="Rectangle 21">
                <a:extLst>
                  <a:ext uri="{FF2B5EF4-FFF2-40B4-BE49-F238E27FC236}">
                    <a16:creationId xmlns:a16="http://schemas.microsoft.com/office/drawing/2014/main" id="{078AAA22-796B-4F0E-85DA-B8B0E81115A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124" name="Freeform 22">
                <a:extLst>
                  <a:ext uri="{FF2B5EF4-FFF2-40B4-BE49-F238E27FC236}">
                    <a16:creationId xmlns:a16="http://schemas.microsoft.com/office/drawing/2014/main" id="{D1254A9A-3E31-4A25-9A91-F9BC6CF6A35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5" name="Freeform 23">
                <a:extLst>
                  <a:ext uri="{FF2B5EF4-FFF2-40B4-BE49-F238E27FC236}">
                    <a16:creationId xmlns:a16="http://schemas.microsoft.com/office/drawing/2014/main" id="{18CADB3C-936C-476A-A261-28DD5ABA734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6" name="Freeform 24">
                <a:extLst>
                  <a:ext uri="{FF2B5EF4-FFF2-40B4-BE49-F238E27FC236}">
                    <a16:creationId xmlns:a16="http://schemas.microsoft.com/office/drawing/2014/main" id="{771961D1-28D7-4CC1-A720-2933E8B9135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7" name="Freeform 25">
                <a:extLst>
                  <a:ext uri="{FF2B5EF4-FFF2-40B4-BE49-F238E27FC236}">
                    <a16:creationId xmlns:a16="http://schemas.microsoft.com/office/drawing/2014/main" id="{E7B8B616-B89E-4A1C-98DE-13B8B939477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8" name="Freeform 26">
                <a:extLst>
                  <a:ext uri="{FF2B5EF4-FFF2-40B4-BE49-F238E27FC236}">
                    <a16:creationId xmlns:a16="http://schemas.microsoft.com/office/drawing/2014/main" id="{5D6CC1A1-D003-44BA-87E4-B3A7F3D3004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9" name="Freeform 27">
                <a:extLst>
                  <a:ext uri="{FF2B5EF4-FFF2-40B4-BE49-F238E27FC236}">
                    <a16:creationId xmlns:a16="http://schemas.microsoft.com/office/drawing/2014/main" id="{FF32749B-B34C-4FCB-A33A-0478844A93A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0" name="Freeform 28">
                <a:extLst>
                  <a:ext uri="{FF2B5EF4-FFF2-40B4-BE49-F238E27FC236}">
                    <a16:creationId xmlns:a16="http://schemas.microsoft.com/office/drawing/2014/main" id="{4455F261-AC57-4085-8989-4DBED747F15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1" name="Freeform 29">
                <a:extLst>
                  <a:ext uri="{FF2B5EF4-FFF2-40B4-BE49-F238E27FC236}">
                    <a16:creationId xmlns:a16="http://schemas.microsoft.com/office/drawing/2014/main" id="{57CEA90D-DB58-4EC0-A55C-15FAF59E046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2" name="Freeform 30">
                <a:extLst>
                  <a:ext uri="{FF2B5EF4-FFF2-40B4-BE49-F238E27FC236}">
                    <a16:creationId xmlns:a16="http://schemas.microsoft.com/office/drawing/2014/main" id="{66BBB005-2E38-496A-A46C-FD2B0605C16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3" name="Freeform 31">
                <a:extLst>
                  <a:ext uri="{FF2B5EF4-FFF2-40B4-BE49-F238E27FC236}">
                    <a16:creationId xmlns:a16="http://schemas.microsoft.com/office/drawing/2014/main" id="{E1A7618C-DE9D-401A-AD7A-784F19DA856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96" name="Group 95">
              <a:extLst>
                <a:ext uri="{FF2B5EF4-FFF2-40B4-BE49-F238E27FC236}">
                  <a16:creationId xmlns:a16="http://schemas.microsoft.com/office/drawing/2014/main" id="{5E441C57-A0CF-4D49-9609-55CB4646BD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97" name="Freeform 32">
                <a:extLst>
                  <a:ext uri="{FF2B5EF4-FFF2-40B4-BE49-F238E27FC236}">
                    <a16:creationId xmlns:a16="http://schemas.microsoft.com/office/drawing/2014/main" id="{2D3240AD-75B9-452B-9967-D05B40DE5FB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98" name="Freeform 33">
                <a:extLst>
                  <a:ext uri="{FF2B5EF4-FFF2-40B4-BE49-F238E27FC236}">
                    <a16:creationId xmlns:a16="http://schemas.microsoft.com/office/drawing/2014/main" id="{6A557EE5-4777-4655-A433-05006D84104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99" name="Freeform 34">
                <a:extLst>
                  <a:ext uri="{FF2B5EF4-FFF2-40B4-BE49-F238E27FC236}">
                    <a16:creationId xmlns:a16="http://schemas.microsoft.com/office/drawing/2014/main" id="{6B721B6E-8FF2-470B-A180-C594E82718E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00" name="Freeform 35">
                <a:extLst>
                  <a:ext uri="{FF2B5EF4-FFF2-40B4-BE49-F238E27FC236}">
                    <a16:creationId xmlns:a16="http://schemas.microsoft.com/office/drawing/2014/main" id="{23E045A6-2D54-488D-B5F0-68851843088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01" name="Freeform 36">
                <a:extLst>
                  <a:ext uri="{FF2B5EF4-FFF2-40B4-BE49-F238E27FC236}">
                    <a16:creationId xmlns:a16="http://schemas.microsoft.com/office/drawing/2014/main" id="{2A4F07ED-57C7-4FF7-ABF8-793FC03A247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02" name="Freeform 37">
                <a:extLst>
                  <a:ext uri="{FF2B5EF4-FFF2-40B4-BE49-F238E27FC236}">
                    <a16:creationId xmlns:a16="http://schemas.microsoft.com/office/drawing/2014/main" id="{8829D0E6-D04F-4297-A784-6837F13ECAB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03" name="Freeform 38">
                <a:extLst>
                  <a:ext uri="{FF2B5EF4-FFF2-40B4-BE49-F238E27FC236}">
                    <a16:creationId xmlns:a16="http://schemas.microsoft.com/office/drawing/2014/main" id="{9477D3D3-AA00-446F-B05D-EBBA25D3C98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04" name="Freeform 39">
                <a:extLst>
                  <a:ext uri="{FF2B5EF4-FFF2-40B4-BE49-F238E27FC236}">
                    <a16:creationId xmlns:a16="http://schemas.microsoft.com/office/drawing/2014/main" id="{5AC450AD-A350-42FA-B7EA-103D4416B46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05" name="Freeform 40">
                <a:extLst>
                  <a:ext uri="{FF2B5EF4-FFF2-40B4-BE49-F238E27FC236}">
                    <a16:creationId xmlns:a16="http://schemas.microsoft.com/office/drawing/2014/main" id="{A10F783A-EC27-47BE-A21D-3531A036FA6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06" name="Rectangle 41">
                <a:extLst>
                  <a:ext uri="{FF2B5EF4-FFF2-40B4-BE49-F238E27FC236}">
                    <a16:creationId xmlns:a16="http://schemas.microsoft.com/office/drawing/2014/main" id="{A2CBE444-D00C-4C80-9F29-42A250C500B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pic>
        <p:nvPicPr>
          <p:cNvPr id="3" name="Imagem 2" descr="Uma imagem contendo captura de tela&#10;&#10;Descrição gerada automaticamente">
            <a:extLst>
              <a:ext uri="{FF2B5EF4-FFF2-40B4-BE49-F238E27FC236}">
                <a16:creationId xmlns:a16="http://schemas.microsoft.com/office/drawing/2014/main" id="{B6F03888-4D54-45D8-AE0B-4BCDF9E34B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-14288"/>
            <a:ext cx="12192000" cy="685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89132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Picture 2">
            <a:extLst>
              <a:ext uri="{FF2B5EF4-FFF2-40B4-BE49-F238E27FC236}">
                <a16:creationId xmlns:a16="http://schemas.microsoft.com/office/drawing/2014/main" id="{EA8ADA9F-99E3-4964-8962-1118D1439F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05" name="Group 58">
            <a:extLst>
              <a:ext uri="{FF2B5EF4-FFF2-40B4-BE49-F238E27FC236}">
                <a16:creationId xmlns:a16="http://schemas.microsoft.com/office/drawing/2014/main" id="{366C3164-AA9F-47E3-913A-4F002BC00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60" name="Group 59">
              <a:extLst>
                <a:ext uri="{FF2B5EF4-FFF2-40B4-BE49-F238E27FC236}">
                  <a16:creationId xmlns:a16="http://schemas.microsoft.com/office/drawing/2014/main" id="{23FFBAC2-26D2-48B6-B2AA-34AEA0E79E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72" name="Rectangle 5">
                <a:extLst>
                  <a:ext uri="{FF2B5EF4-FFF2-40B4-BE49-F238E27FC236}">
                    <a16:creationId xmlns:a16="http://schemas.microsoft.com/office/drawing/2014/main" id="{9B164BCB-27D3-4B8C-AC13-0A6F461082B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73" name="Freeform 6">
                <a:extLst>
                  <a:ext uri="{FF2B5EF4-FFF2-40B4-BE49-F238E27FC236}">
                    <a16:creationId xmlns:a16="http://schemas.microsoft.com/office/drawing/2014/main" id="{10B247BE-F4A2-4259-9B20-FB9A555D280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74" name="Freeform 7">
                <a:extLst>
                  <a:ext uri="{FF2B5EF4-FFF2-40B4-BE49-F238E27FC236}">
                    <a16:creationId xmlns:a16="http://schemas.microsoft.com/office/drawing/2014/main" id="{39322C5A-DB6D-4B28-8C1C-1B1E8967891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75" name="Freeform 8">
                <a:extLst>
                  <a:ext uri="{FF2B5EF4-FFF2-40B4-BE49-F238E27FC236}">
                    <a16:creationId xmlns:a16="http://schemas.microsoft.com/office/drawing/2014/main" id="{67009B08-E345-4516-96EC-ED0AB1F30BA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76" name="Freeform 9">
                <a:extLst>
                  <a:ext uri="{FF2B5EF4-FFF2-40B4-BE49-F238E27FC236}">
                    <a16:creationId xmlns:a16="http://schemas.microsoft.com/office/drawing/2014/main" id="{DFE2793C-165C-4635-A26E-C569C8E0C53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77" name="Freeform 10">
                <a:extLst>
                  <a:ext uri="{FF2B5EF4-FFF2-40B4-BE49-F238E27FC236}">
                    <a16:creationId xmlns:a16="http://schemas.microsoft.com/office/drawing/2014/main" id="{ECDFEF2C-7B0A-41A1-BB61-C92CB3E3A77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78" name="Freeform 11">
                <a:extLst>
                  <a:ext uri="{FF2B5EF4-FFF2-40B4-BE49-F238E27FC236}">
                    <a16:creationId xmlns:a16="http://schemas.microsoft.com/office/drawing/2014/main" id="{0012A396-1946-4B40-AA39-0790157CE93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79" name="Freeform 12">
                <a:extLst>
                  <a:ext uri="{FF2B5EF4-FFF2-40B4-BE49-F238E27FC236}">
                    <a16:creationId xmlns:a16="http://schemas.microsoft.com/office/drawing/2014/main" id="{CD6C6024-F73D-4991-97B9-BE53FF24E31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80" name="Freeform 13">
                <a:extLst>
                  <a:ext uri="{FF2B5EF4-FFF2-40B4-BE49-F238E27FC236}">
                    <a16:creationId xmlns:a16="http://schemas.microsoft.com/office/drawing/2014/main" id="{5977EDD1-3D10-43FA-B800-7A7C8112B77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81" name="Freeform 14">
                <a:extLst>
                  <a:ext uri="{FF2B5EF4-FFF2-40B4-BE49-F238E27FC236}">
                    <a16:creationId xmlns:a16="http://schemas.microsoft.com/office/drawing/2014/main" id="{D37988CF-9FC6-48F5-82F8-D2EB0178A3B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82" name="Freeform 15">
                <a:extLst>
                  <a:ext uri="{FF2B5EF4-FFF2-40B4-BE49-F238E27FC236}">
                    <a16:creationId xmlns:a16="http://schemas.microsoft.com/office/drawing/2014/main" id="{EC5BB05B-491C-414A-91C3-B1CAB785A84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83" name="Line 16">
                <a:extLst>
                  <a:ext uri="{FF2B5EF4-FFF2-40B4-BE49-F238E27FC236}">
                    <a16:creationId xmlns:a16="http://schemas.microsoft.com/office/drawing/2014/main" id="{F3180CB6-F8D2-4596-B6CB-F9CEF5D3894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ShapeType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84" name="Freeform 17">
                <a:extLst>
                  <a:ext uri="{FF2B5EF4-FFF2-40B4-BE49-F238E27FC236}">
                    <a16:creationId xmlns:a16="http://schemas.microsoft.com/office/drawing/2014/main" id="{DF338DD3-80F8-4F68-AC7C-361ABF2A9BF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85" name="Freeform 18">
                <a:extLst>
                  <a:ext uri="{FF2B5EF4-FFF2-40B4-BE49-F238E27FC236}">
                    <a16:creationId xmlns:a16="http://schemas.microsoft.com/office/drawing/2014/main" id="{9666E4DB-B855-4A4E-BB50-1880738C11D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86" name="Freeform 19">
                <a:extLst>
                  <a:ext uri="{FF2B5EF4-FFF2-40B4-BE49-F238E27FC236}">
                    <a16:creationId xmlns:a16="http://schemas.microsoft.com/office/drawing/2014/main" id="{F570FD9C-B435-4EF1-962C-621F1261AA5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87" name="Freeform 20">
                <a:extLst>
                  <a:ext uri="{FF2B5EF4-FFF2-40B4-BE49-F238E27FC236}">
                    <a16:creationId xmlns:a16="http://schemas.microsoft.com/office/drawing/2014/main" id="{E236AF0B-3BDC-43C3-8FFC-2A94121E946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88" name="Rectangle 21">
                <a:extLst>
                  <a:ext uri="{FF2B5EF4-FFF2-40B4-BE49-F238E27FC236}">
                    <a16:creationId xmlns:a16="http://schemas.microsoft.com/office/drawing/2014/main" id="{3BA2C208-5097-4497-AA2C-ADDDAB48B6A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89" name="Freeform 22">
                <a:extLst>
                  <a:ext uri="{FF2B5EF4-FFF2-40B4-BE49-F238E27FC236}">
                    <a16:creationId xmlns:a16="http://schemas.microsoft.com/office/drawing/2014/main" id="{6A45DD96-8D07-43CA-B036-6FDA880A17B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90" name="Freeform 23">
                <a:extLst>
                  <a:ext uri="{FF2B5EF4-FFF2-40B4-BE49-F238E27FC236}">
                    <a16:creationId xmlns:a16="http://schemas.microsoft.com/office/drawing/2014/main" id="{AF7F7CBB-E154-4CD5-9ED0-D5DDC1DFEAE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91" name="Freeform 24">
                <a:extLst>
                  <a:ext uri="{FF2B5EF4-FFF2-40B4-BE49-F238E27FC236}">
                    <a16:creationId xmlns:a16="http://schemas.microsoft.com/office/drawing/2014/main" id="{EFF4AB16-41DD-4877-8C28-ED78F4CA7FE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92" name="Freeform 25">
                <a:extLst>
                  <a:ext uri="{FF2B5EF4-FFF2-40B4-BE49-F238E27FC236}">
                    <a16:creationId xmlns:a16="http://schemas.microsoft.com/office/drawing/2014/main" id="{30BCBD5D-92EB-487E-B1D0-F9000D45D10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93" name="Freeform 26">
                <a:extLst>
                  <a:ext uri="{FF2B5EF4-FFF2-40B4-BE49-F238E27FC236}">
                    <a16:creationId xmlns:a16="http://schemas.microsoft.com/office/drawing/2014/main" id="{DA07BDB8-9827-4EBF-9B99-6C503EA0BC6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94" name="Freeform 27">
                <a:extLst>
                  <a:ext uri="{FF2B5EF4-FFF2-40B4-BE49-F238E27FC236}">
                    <a16:creationId xmlns:a16="http://schemas.microsoft.com/office/drawing/2014/main" id="{7F41FB05-1B3F-450A-A1A7-8C8BD182A54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95" name="Freeform 28">
                <a:extLst>
                  <a:ext uri="{FF2B5EF4-FFF2-40B4-BE49-F238E27FC236}">
                    <a16:creationId xmlns:a16="http://schemas.microsoft.com/office/drawing/2014/main" id="{0629E219-1F32-41C1-B921-05E4561179B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96" name="Freeform 29">
                <a:extLst>
                  <a:ext uri="{FF2B5EF4-FFF2-40B4-BE49-F238E27FC236}">
                    <a16:creationId xmlns:a16="http://schemas.microsoft.com/office/drawing/2014/main" id="{8081FB28-486E-4C09-9D15-0B2657B56FB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97" name="Freeform 30">
                <a:extLst>
                  <a:ext uri="{FF2B5EF4-FFF2-40B4-BE49-F238E27FC236}">
                    <a16:creationId xmlns:a16="http://schemas.microsoft.com/office/drawing/2014/main" id="{CB547EFB-F29D-4336-9644-0AE7A94EA4C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98" name="Freeform 31">
                <a:extLst>
                  <a:ext uri="{FF2B5EF4-FFF2-40B4-BE49-F238E27FC236}">
                    <a16:creationId xmlns:a16="http://schemas.microsoft.com/office/drawing/2014/main" id="{BB2793F4-FAD7-459A-BC46-06BB1D4FAAC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61" name="Group 60">
              <a:extLst>
                <a:ext uri="{FF2B5EF4-FFF2-40B4-BE49-F238E27FC236}">
                  <a16:creationId xmlns:a16="http://schemas.microsoft.com/office/drawing/2014/main" id="{FC01589C-0235-4B21-B264-777746D4D5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62" name="Freeform 32">
                <a:extLst>
                  <a:ext uri="{FF2B5EF4-FFF2-40B4-BE49-F238E27FC236}">
                    <a16:creationId xmlns:a16="http://schemas.microsoft.com/office/drawing/2014/main" id="{678F5669-8CE7-445E-8D54-49C5E2013B4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63" name="Freeform 33">
                <a:extLst>
                  <a:ext uri="{FF2B5EF4-FFF2-40B4-BE49-F238E27FC236}">
                    <a16:creationId xmlns:a16="http://schemas.microsoft.com/office/drawing/2014/main" id="{E93A3F8E-D876-485E-9EDC-43E315DE1EE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64" name="Freeform 34">
                <a:extLst>
                  <a:ext uri="{FF2B5EF4-FFF2-40B4-BE49-F238E27FC236}">
                    <a16:creationId xmlns:a16="http://schemas.microsoft.com/office/drawing/2014/main" id="{B4F848A6-931A-4CC9-9B29-C7A9CEA3ACE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65" name="Freeform 35">
                <a:extLst>
                  <a:ext uri="{FF2B5EF4-FFF2-40B4-BE49-F238E27FC236}">
                    <a16:creationId xmlns:a16="http://schemas.microsoft.com/office/drawing/2014/main" id="{5C4204D4-6782-4DB1-8FF8-86CC698AF2F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66" name="Freeform 36">
                <a:extLst>
                  <a:ext uri="{FF2B5EF4-FFF2-40B4-BE49-F238E27FC236}">
                    <a16:creationId xmlns:a16="http://schemas.microsoft.com/office/drawing/2014/main" id="{3907C583-5764-43DC-8AF9-992D3472F67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67" name="Freeform 37">
                <a:extLst>
                  <a:ext uri="{FF2B5EF4-FFF2-40B4-BE49-F238E27FC236}">
                    <a16:creationId xmlns:a16="http://schemas.microsoft.com/office/drawing/2014/main" id="{56CE3D6E-1121-4EF2-9DFB-7F3937FCCD0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68" name="Freeform 38">
                <a:extLst>
                  <a:ext uri="{FF2B5EF4-FFF2-40B4-BE49-F238E27FC236}">
                    <a16:creationId xmlns:a16="http://schemas.microsoft.com/office/drawing/2014/main" id="{3AEB7245-E197-4AE5-BCFC-7821E49EFE4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69" name="Freeform 39">
                <a:extLst>
                  <a:ext uri="{FF2B5EF4-FFF2-40B4-BE49-F238E27FC236}">
                    <a16:creationId xmlns:a16="http://schemas.microsoft.com/office/drawing/2014/main" id="{801E9C76-F4FB-4C4D-9350-B526F294E01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70" name="Freeform 40">
                <a:extLst>
                  <a:ext uri="{FF2B5EF4-FFF2-40B4-BE49-F238E27FC236}">
                    <a16:creationId xmlns:a16="http://schemas.microsoft.com/office/drawing/2014/main" id="{F9C0C5DE-6C8C-4CD0-9C91-6A132A06DA7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71" name="Rectangle 41">
                <a:extLst>
                  <a:ext uri="{FF2B5EF4-FFF2-40B4-BE49-F238E27FC236}">
                    <a16:creationId xmlns:a16="http://schemas.microsoft.com/office/drawing/2014/main" id="{955A7039-8B66-4CF0-8048-0AD0F4A5B85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106" name="Rectangle 99">
            <a:extLst>
              <a:ext uri="{FF2B5EF4-FFF2-40B4-BE49-F238E27FC236}">
                <a16:creationId xmlns:a16="http://schemas.microsoft.com/office/drawing/2014/main" id="{C068D0EE-C6C8-484A-AFB7-3602BA27F8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7" name="Rectangle 101">
            <a:extLst>
              <a:ext uri="{FF2B5EF4-FFF2-40B4-BE49-F238E27FC236}">
                <a16:creationId xmlns:a16="http://schemas.microsoft.com/office/drawing/2014/main" id="{DDE5FB8C-CC3F-4C24-BF4F-1B5999DE68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blurRad="63500" dist="17780" dir="5400000" algn="t" rotWithShape="0">
              <a:prstClr val="black">
                <a:alpha val="4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Imagem 1" descr="Uma imagem contendo captura de tela&#10;&#10;Descrição gerada automaticamente">
            <a:extLst>
              <a:ext uri="{FF2B5EF4-FFF2-40B4-BE49-F238E27FC236}">
                <a16:creationId xmlns:a16="http://schemas.microsoft.com/office/drawing/2014/main" id="{D6A29FC6-7FCE-4272-A257-7547235A37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53646" y="643467"/>
            <a:ext cx="4484707" cy="5571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80675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Picture 2">
            <a:extLst>
              <a:ext uri="{FF2B5EF4-FFF2-40B4-BE49-F238E27FC236}">
                <a16:creationId xmlns:a16="http://schemas.microsoft.com/office/drawing/2014/main" id="{EA8ADA9F-99E3-4964-8962-1118D1439F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:p14="http://schemas.microsoft.com/office/powerpoint/2010/main" xmlns:a16="http://schemas.microsoft.com/office/drawing/2014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48" name="Group 99">
            <a:extLst>
              <a:ext uri="{FF2B5EF4-FFF2-40B4-BE49-F238E27FC236}">
                <a16:creationId xmlns:a16="http://schemas.microsoft.com/office/drawing/2014/main" id="{366C3164-AA9F-47E3-913A-4F002BC00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101" name="Group 100">
              <a:extLst>
                <a:ext uri="{FF2B5EF4-FFF2-40B4-BE49-F238E27FC236}">
                  <a16:creationId xmlns:a16="http://schemas.microsoft.com/office/drawing/2014/main" id="{23FFBAC2-26D2-48B6-B2AA-34AEA0E79E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3" name="Rectangle 5">
                <a:extLst>
                  <a:ext uri="{FF2B5EF4-FFF2-40B4-BE49-F238E27FC236}">
                    <a16:creationId xmlns:a16="http://schemas.microsoft.com/office/drawing/2014/main" id="{9B164BCB-27D3-4B8C-AC13-0A6F461082B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114" name="Freeform 6">
                <a:extLst>
                  <a:ext uri="{FF2B5EF4-FFF2-40B4-BE49-F238E27FC236}">
                    <a16:creationId xmlns:a16="http://schemas.microsoft.com/office/drawing/2014/main" id="{10B247BE-F4A2-4259-9B20-FB9A555D280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15" name="Freeform 7">
                <a:extLst>
                  <a:ext uri="{FF2B5EF4-FFF2-40B4-BE49-F238E27FC236}">
                    <a16:creationId xmlns:a16="http://schemas.microsoft.com/office/drawing/2014/main" id="{39322C5A-DB6D-4B28-8C1C-1B1E8967891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16" name="Freeform 8">
                <a:extLst>
                  <a:ext uri="{FF2B5EF4-FFF2-40B4-BE49-F238E27FC236}">
                    <a16:creationId xmlns:a16="http://schemas.microsoft.com/office/drawing/2014/main" id="{67009B08-E345-4516-96EC-ED0AB1F30BA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17" name="Freeform 9">
                <a:extLst>
                  <a:ext uri="{FF2B5EF4-FFF2-40B4-BE49-F238E27FC236}">
                    <a16:creationId xmlns:a16="http://schemas.microsoft.com/office/drawing/2014/main" id="{DFE2793C-165C-4635-A26E-C569C8E0C53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18" name="Freeform 10">
                <a:extLst>
                  <a:ext uri="{FF2B5EF4-FFF2-40B4-BE49-F238E27FC236}">
                    <a16:creationId xmlns:a16="http://schemas.microsoft.com/office/drawing/2014/main" id="{ECDFEF2C-7B0A-41A1-BB61-C92CB3E3A77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19" name="Freeform 11">
                <a:extLst>
                  <a:ext uri="{FF2B5EF4-FFF2-40B4-BE49-F238E27FC236}">
                    <a16:creationId xmlns:a16="http://schemas.microsoft.com/office/drawing/2014/main" id="{0012A396-1946-4B40-AA39-0790157CE93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0" name="Freeform 12">
                <a:extLst>
                  <a:ext uri="{FF2B5EF4-FFF2-40B4-BE49-F238E27FC236}">
                    <a16:creationId xmlns:a16="http://schemas.microsoft.com/office/drawing/2014/main" id="{CD6C6024-F73D-4991-97B9-BE53FF24E31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1" name="Freeform 13">
                <a:extLst>
                  <a:ext uri="{FF2B5EF4-FFF2-40B4-BE49-F238E27FC236}">
                    <a16:creationId xmlns:a16="http://schemas.microsoft.com/office/drawing/2014/main" id="{5977EDD1-3D10-43FA-B800-7A7C8112B77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2" name="Freeform 14">
                <a:extLst>
                  <a:ext uri="{FF2B5EF4-FFF2-40B4-BE49-F238E27FC236}">
                    <a16:creationId xmlns:a16="http://schemas.microsoft.com/office/drawing/2014/main" id="{D37988CF-9FC6-48F5-82F8-D2EB0178A3B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3" name="Freeform 15">
                <a:extLst>
                  <a:ext uri="{FF2B5EF4-FFF2-40B4-BE49-F238E27FC236}">
                    <a16:creationId xmlns:a16="http://schemas.microsoft.com/office/drawing/2014/main" id="{EC5BB05B-491C-414A-91C3-B1CAB785A84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4" name="Line 16">
                <a:extLst>
                  <a:ext uri="{FF2B5EF4-FFF2-40B4-BE49-F238E27FC236}">
                    <a16:creationId xmlns:a16="http://schemas.microsoft.com/office/drawing/2014/main" id="{F3180CB6-F8D2-4596-B6CB-F9CEF5D3894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ShapeType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125" name="Freeform 17">
                <a:extLst>
                  <a:ext uri="{FF2B5EF4-FFF2-40B4-BE49-F238E27FC236}">
                    <a16:creationId xmlns:a16="http://schemas.microsoft.com/office/drawing/2014/main" id="{DF338DD3-80F8-4F68-AC7C-361ABF2A9BF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6" name="Freeform 18">
                <a:extLst>
                  <a:ext uri="{FF2B5EF4-FFF2-40B4-BE49-F238E27FC236}">
                    <a16:creationId xmlns:a16="http://schemas.microsoft.com/office/drawing/2014/main" id="{9666E4DB-B855-4A4E-BB50-1880738C11D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7" name="Freeform 19">
                <a:extLst>
                  <a:ext uri="{FF2B5EF4-FFF2-40B4-BE49-F238E27FC236}">
                    <a16:creationId xmlns:a16="http://schemas.microsoft.com/office/drawing/2014/main" id="{F570FD9C-B435-4EF1-962C-621F1261AA5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8" name="Freeform 20">
                <a:extLst>
                  <a:ext uri="{FF2B5EF4-FFF2-40B4-BE49-F238E27FC236}">
                    <a16:creationId xmlns:a16="http://schemas.microsoft.com/office/drawing/2014/main" id="{E236AF0B-3BDC-43C3-8FFC-2A94121E946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9" name="Rectangle 21">
                <a:extLst>
                  <a:ext uri="{FF2B5EF4-FFF2-40B4-BE49-F238E27FC236}">
                    <a16:creationId xmlns:a16="http://schemas.microsoft.com/office/drawing/2014/main" id="{3BA2C208-5097-4497-AA2C-ADDDAB48B6A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130" name="Freeform 22">
                <a:extLst>
                  <a:ext uri="{FF2B5EF4-FFF2-40B4-BE49-F238E27FC236}">
                    <a16:creationId xmlns:a16="http://schemas.microsoft.com/office/drawing/2014/main" id="{6A45DD96-8D07-43CA-B036-6FDA880A17B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1" name="Freeform 23">
                <a:extLst>
                  <a:ext uri="{FF2B5EF4-FFF2-40B4-BE49-F238E27FC236}">
                    <a16:creationId xmlns:a16="http://schemas.microsoft.com/office/drawing/2014/main" id="{AF7F7CBB-E154-4CD5-9ED0-D5DDC1DFEAE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2" name="Freeform 24">
                <a:extLst>
                  <a:ext uri="{FF2B5EF4-FFF2-40B4-BE49-F238E27FC236}">
                    <a16:creationId xmlns:a16="http://schemas.microsoft.com/office/drawing/2014/main" id="{EFF4AB16-41DD-4877-8C28-ED78F4CA7FE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3" name="Freeform 25">
                <a:extLst>
                  <a:ext uri="{FF2B5EF4-FFF2-40B4-BE49-F238E27FC236}">
                    <a16:creationId xmlns:a16="http://schemas.microsoft.com/office/drawing/2014/main" id="{30BCBD5D-92EB-487E-B1D0-F9000D45D10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4" name="Freeform 26">
                <a:extLst>
                  <a:ext uri="{FF2B5EF4-FFF2-40B4-BE49-F238E27FC236}">
                    <a16:creationId xmlns:a16="http://schemas.microsoft.com/office/drawing/2014/main" id="{DA07BDB8-9827-4EBF-9B99-6C503EA0BC6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5" name="Freeform 27">
                <a:extLst>
                  <a:ext uri="{FF2B5EF4-FFF2-40B4-BE49-F238E27FC236}">
                    <a16:creationId xmlns:a16="http://schemas.microsoft.com/office/drawing/2014/main" id="{7F41FB05-1B3F-450A-A1A7-8C8BD182A54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6" name="Freeform 28">
                <a:extLst>
                  <a:ext uri="{FF2B5EF4-FFF2-40B4-BE49-F238E27FC236}">
                    <a16:creationId xmlns:a16="http://schemas.microsoft.com/office/drawing/2014/main" id="{0629E219-1F32-41C1-B921-05E4561179B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7" name="Freeform 29">
                <a:extLst>
                  <a:ext uri="{FF2B5EF4-FFF2-40B4-BE49-F238E27FC236}">
                    <a16:creationId xmlns:a16="http://schemas.microsoft.com/office/drawing/2014/main" id="{8081FB28-486E-4C09-9D15-0B2657B56FB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8" name="Freeform 30">
                <a:extLst>
                  <a:ext uri="{FF2B5EF4-FFF2-40B4-BE49-F238E27FC236}">
                    <a16:creationId xmlns:a16="http://schemas.microsoft.com/office/drawing/2014/main" id="{CB547EFB-F29D-4336-9644-0AE7A94EA4C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9" name="Freeform 31">
                <a:extLst>
                  <a:ext uri="{FF2B5EF4-FFF2-40B4-BE49-F238E27FC236}">
                    <a16:creationId xmlns:a16="http://schemas.microsoft.com/office/drawing/2014/main" id="{BB2793F4-FAD7-459A-BC46-06BB1D4FAAC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2" name="Group 101">
              <a:extLst>
                <a:ext uri="{FF2B5EF4-FFF2-40B4-BE49-F238E27FC236}">
                  <a16:creationId xmlns:a16="http://schemas.microsoft.com/office/drawing/2014/main" id="{FC01589C-0235-4B21-B264-777746D4D5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03" name="Freeform 32">
                <a:extLst>
                  <a:ext uri="{FF2B5EF4-FFF2-40B4-BE49-F238E27FC236}">
                    <a16:creationId xmlns:a16="http://schemas.microsoft.com/office/drawing/2014/main" id="{678F5669-8CE7-445E-8D54-49C5E2013B4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04" name="Freeform 33">
                <a:extLst>
                  <a:ext uri="{FF2B5EF4-FFF2-40B4-BE49-F238E27FC236}">
                    <a16:creationId xmlns:a16="http://schemas.microsoft.com/office/drawing/2014/main" id="{E93A3F8E-D876-485E-9EDC-43E315DE1EE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05" name="Freeform 34">
                <a:extLst>
                  <a:ext uri="{FF2B5EF4-FFF2-40B4-BE49-F238E27FC236}">
                    <a16:creationId xmlns:a16="http://schemas.microsoft.com/office/drawing/2014/main" id="{B4F848A6-931A-4CC9-9B29-C7A9CEA3ACE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06" name="Freeform 35">
                <a:extLst>
                  <a:ext uri="{FF2B5EF4-FFF2-40B4-BE49-F238E27FC236}">
                    <a16:creationId xmlns:a16="http://schemas.microsoft.com/office/drawing/2014/main" id="{5C4204D4-6782-4DB1-8FF8-86CC698AF2F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07" name="Freeform 36">
                <a:extLst>
                  <a:ext uri="{FF2B5EF4-FFF2-40B4-BE49-F238E27FC236}">
                    <a16:creationId xmlns:a16="http://schemas.microsoft.com/office/drawing/2014/main" id="{3907C583-5764-43DC-8AF9-992D3472F67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08" name="Freeform 37">
                <a:extLst>
                  <a:ext uri="{FF2B5EF4-FFF2-40B4-BE49-F238E27FC236}">
                    <a16:creationId xmlns:a16="http://schemas.microsoft.com/office/drawing/2014/main" id="{56CE3D6E-1121-4EF2-9DFB-7F3937FCCD0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09" name="Freeform 38">
                <a:extLst>
                  <a:ext uri="{FF2B5EF4-FFF2-40B4-BE49-F238E27FC236}">
                    <a16:creationId xmlns:a16="http://schemas.microsoft.com/office/drawing/2014/main" id="{3AEB7245-E197-4AE5-BCFC-7821E49EFE4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10" name="Freeform 39">
                <a:extLst>
                  <a:ext uri="{FF2B5EF4-FFF2-40B4-BE49-F238E27FC236}">
                    <a16:creationId xmlns:a16="http://schemas.microsoft.com/office/drawing/2014/main" id="{801E9C76-F4FB-4C4D-9350-B526F294E01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11" name="Freeform 40">
                <a:extLst>
                  <a:ext uri="{FF2B5EF4-FFF2-40B4-BE49-F238E27FC236}">
                    <a16:creationId xmlns:a16="http://schemas.microsoft.com/office/drawing/2014/main" id="{F9C0C5DE-6C8C-4CD0-9C91-6A132A06DA7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12" name="Rectangle 41">
                <a:extLst>
                  <a:ext uri="{FF2B5EF4-FFF2-40B4-BE49-F238E27FC236}">
                    <a16:creationId xmlns:a16="http://schemas.microsoft.com/office/drawing/2014/main" id="{955A7039-8B66-4CF0-8048-0AD0F4A5B85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grpSp>
        <p:nvGrpSpPr>
          <p:cNvPr id="149" name="Group 140">
            <a:extLst>
              <a:ext uri="{FF2B5EF4-FFF2-40B4-BE49-F238E27FC236}">
                <a16:creationId xmlns:a16="http://schemas.microsoft.com/office/drawing/2014/main" id="{891D367A-4C8C-409F-93D9-FD02D0BC9F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3" cy="6858001"/>
            <a:chOff x="0" y="-1"/>
            <a:chExt cx="12192003" cy="6858001"/>
          </a:xfrm>
        </p:grpSpPr>
        <p:sp useBgFill="1">
          <p:nvSpPr>
            <p:cNvPr id="142" name="Rectangle 141">
              <a:extLst>
                <a:ext uri="{FF2B5EF4-FFF2-40B4-BE49-F238E27FC236}">
                  <a16:creationId xmlns:a16="http://schemas.microsoft.com/office/drawing/2014/main" id="{50EC018E-7B11-4D3B-B7FE-DCFEC35F20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" y="-1"/>
              <a:ext cx="121920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50" name="Picture 2">
              <a:extLst>
                <a:ext uri="{FF2B5EF4-FFF2-40B4-BE49-F238E27FC236}">
                  <a16:creationId xmlns:a16="http://schemas.microsoft.com/office/drawing/2014/main" id="{667FA462-522C-4B1C-A264-8880D5F357B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 noChangeArrowheads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3">
              <a:alphaModFix amt="30000"/>
              <a:duotone>
                <a:prstClr val="black"/>
                <a:schemeClr val="tx2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-1"/>
              <a:ext cx="12192003" cy="685800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 xmlns:p14="http://schemas.microsoft.com/office/powerpoint/2010/main" xmlns:a16="http://schemas.microsoft.com/office/drawing/2014/main" xmlns="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145" name="Picture 2">
            <a:extLst>
              <a:ext uri="{FF2B5EF4-FFF2-40B4-BE49-F238E27FC236}">
                <a16:creationId xmlns:a16="http://schemas.microsoft.com/office/drawing/2014/main" id="{7589240B-26BC-45BE-A858-3DF47A3922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:p14="http://schemas.microsoft.com/office/powerpoint/2010/main" xmlns:a16="http://schemas.microsoft.com/office/drawing/2014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147" name="Round Diagonal Corner Rectangle 6">
            <a:extLst>
              <a:ext uri="{FF2B5EF4-FFF2-40B4-BE49-F238E27FC236}">
                <a16:creationId xmlns:a16="http://schemas.microsoft.com/office/drawing/2014/main" id="{81E18780-A505-4639-9939-E204348C73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464" y="643466"/>
            <a:ext cx="10890781" cy="5571067"/>
          </a:xfrm>
          <a:prstGeom prst="round2DiagRect">
            <a:avLst>
              <a:gd name="adj1" fmla="val 6185"/>
              <a:gd name="adj2" fmla="val 0"/>
            </a:avLst>
          </a:prstGeom>
          <a:solidFill>
            <a:srgbClr val="FFFFFF"/>
          </a:solidFill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CA2235AA-1001-40F2-902E-39A9552234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5196" y="1886234"/>
            <a:ext cx="10247316" cy="3099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30634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4" name="Group 13">
            <a:extLst>
              <a:ext uri="{FF2B5EF4-FFF2-40B4-BE49-F238E27FC236}">
                <a16:creationId xmlns:a16="http://schemas.microsoft.com/office/drawing/2014/main" id="{8EC1EDC6-1B42-4FCD-BC53-B1D05BFF2E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633EFBCB-98A2-4F16-B3BB-BF9EC17846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7" name="Rectangle 5">
                <a:extLst>
                  <a:ext uri="{FF2B5EF4-FFF2-40B4-BE49-F238E27FC236}">
                    <a16:creationId xmlns:a16="http://schemas.microsoft.com/office/drawing/2014/main" id="{B399E29C-9CF8-4BD1-8750-949BA21268E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6">
                <a:extLst>
                  <a:ext uri="{FF2B5EF4-FFF2-40B4-BE49-F238E27FC236}">
                    <a16:creationId xmlns:a16="http://schemas.microsoft.com/office/drawing/2014/main" id="{CB02DFF7-56DA-42B6-B49A-C8926B841AD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7">
                <a:extLst>
                  <a:ext uri="{FF2B5EF4-FFF2-40B4-BE49-F238E27FC236}">
                    <a16:creationId xmlns:a16="http://schemas.microsoft.com/office/drawing/2014/main" id="{07F77B45-21CD-43DB-AD58-24F8145021B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8">
                <a:extLst>
                  <a:ext uri="{FF2B5EF4-FFF2-40B4-BE49-F238E27FC236}">
                    <a16:creationId xmlns:a16="http://schemas.microsoft.com/office/drawing/2014/main" id="{F0151C40-12A4-4A09-A8B6-179A062EF64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9">
                <a:extLst>
                  <a:ext uri="{FF2B5EF4-FFF2-40B4-BE49-F238E27FC236}">
                    <a16:creationId xmlns:a16="http://schemas.microsoft.com/office/drawing/2014/main" id="{F0146EA7-EB82-410D-A6ED-7C10C525ADC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Freeform 10">
                <a:extLst>
                  <a:ext uri="{FF2B5EF4-FFF2-40B4-BE49-F238E27FC236}">
                    <a16:creationId xmlns:a16="http://schemas.microsoft.com/office/drawing/2014/main" id="{20DD5C02-0C86-4FA9-B82A-254EF58D376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3" name="Freeform 11">
                <a:extLst>
                  <a:ext uri="{FF2B5EF4-FFF2-40B4-BE49-F238E27FC236}">
                    <a16:creationId xmlns:a16="http://schemas.microsoft.com/office/drawing/2014/main" id="{19ED9FD5-1147-400A-8A32-82A74F7AD8F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2">
                <a:extLst>
                  <a:ext uri="{FF2B5EF4-FFF2-40B4-BE49-F238E27FC236}">
                    <a16:creationId xmlns:a16="http://schemas.microsoft.com/office/drawing/2014/main" id="{E79E6A0D-4D79-4788-8769-B989488019F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3">
                <a:extLst>
                  <a:ext uri="{FF2B5EF4-FFF2-40B4-BE49-F238E27FC236}">
                    <a16:creationId xmlns:a16="http://schemas.microsoft.com/office/drawing/2014/main" id="{A6F42038-BF59-409A-902B-AD7799149A2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14">
                <a:extLst>
                  <a:ext uri="{FF2B5EF4-FFF2-40B4-BE49-F238E27FC236}">
                    <a16:creationId xmlns:a16="http://schemas.microsoft.com/office/drawing/2014/main" id="{D8B0BD48-5982-4C95-A7C8-E0D23064538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Freeform 15">
                <a:extLst>
                  <a:ext uri="{FF2B5EF4-FFF2-40B4-BE49-F238E27FC236}">
                    <a16:creationId xmlns:a16="http://schemas.microsoft.com/office/drawing/2014/main" id="{F6C539D3-C6BD-4FB0-AA91-5AF1BF14C5F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8" name="Line 16">
                <a:extLst>
                  <a:ext uri="{FF2B5EF4-FFF2-40B4-BE49-F238E27FC236}">
                    <a16:creationId xmlns:a16="http://schemas.microsoft.com/office/drawing/2014/main" id="{34F70AD6-B8F4-4F9D-8593-D4047107BD9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ShapeType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9" name="Freeform 17">
                <a:extLst>
                  <a:ext uri="{FF2B5EF4-FFF2-40B4-BE49-F238E27FC236}">
                    <a16:creationId xmlns:a16="http://schemas.microsoft.com/office/drawing/2014/main" id="{51EAB0E0-5DE2-4906-80B0-211A6247897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18">
                <a:extLst>
                  <a:ext uri="{FF2B5EF4-FFF2-40B4-BE49-F238E27FC236}">
                    <a16:creationId xmlns:a16="http://schemas.microsoft.com/office/drawing/2014/main" id="{38E8B65E-526B-458D-85A5-21C0A1A74FE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19">
                <a:extLst>
                  <a:ext uri="{FF2B5EF4-FFF2-40B4-BE49-F238E27FC236}">
                    <a16:creationId xmlns:a16="http://schemas.microsoft.com/office/drawing/2014/main" id="{CCE331A2-5388-42F4-A175-69310C1BEF5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0">
                <a:extLst>
                  <a:ext uri="{FF2B5EF4-FFF2-40B4-BE49-F238E27FC236}">
                    <a16:creationId xmlns:a16="http://schemas.microsoft.com/office/drawing/2014/main" id="{4E758D69-ACA2-4888-84BB-B05B1FAF2AE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Rectangle 21">
                <a:extLst>
                  <a:ext uri="{FF2B5EF4-FFF2-40B4-BE49-F238E27FC236}">
                    <a16:creationId xmlns:a16="http://schemas.microsoft.com/office/drawing/2014/main" id="{078AAA22-796B-4F0E-85DA-B8B0E81115A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2">
                <a:extLst>
                  <a:ext uri="{FF2B5EF4-FFF2-40B4-BE49-F238E27FC236}">
                    <a16:creationId xmlns:a16="http://schemas.microsoft.com/office/drawing/2014/main" id="{D1254A9A-3E31-4A25-9A91-F9BC6CF6A35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3">
                <a:extLst>
                  <a:ext uri="{FF2B5EF4-FFF2-40B4-BE49-F238E27FC236}">
                    <a16:creationId xmlns:a16="http://schemas.microsoft.com/office/drawing/2014/main" id="{18CADB3C-936C-476A-A261-28DD5ABA734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24">
                <a:extLst>
                  <a:ext uri="{FF2B5EF4-FFF2-40B4-BE49-F238E27FC236}">
                    <a16:creationId xmlns:a16="http://schemas.microsoft.com/office/drawing/2014/main" id="{771961D1-28D7-4CC1-A720-2933E8B9135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25">
                <a:extLst>
                  <a:ext uri="{FF2B5EF4-FFF2-40B4-BE49-F238E27FC236}">
                    <a16:creationId xmlns:a16="http://schemas.microsoft.com/office/drawing/2014/main" id="{E7B8B616-B89E-4A1C-98DE-13B8B939477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8" name="Freeform 26">
                <a:extLst>
                  <a:ext uri="{FF2B5EF4-FFF2-40B4-BE49-F238E27FC236}">
                    <a16:creationId xmlns:a16="http://schemas.microsoft.com/office/drawing/2014/main" id="{5D6CC1A1-D003-44BA-87E4-B3A7F3D3004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9" name="Freeform 27">
                <a:extLst>
                  <a:ext uri="{FF2B5EF4-FFF2-40B4-BE49-F238E27FC236}">
                    <a16:creationId xmlns:a16="http://schemas.microsoft.com/office/drawing/2014/main" id="{FF32749B-B34C-4FCB-A33A-0478844A93A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50" name="Freeform 28">
                <a:extLst>
                  <a:ext uri="{FF2B5EF4-FFF2-40B4-BE49-F238E27FC236}">
                    <a16:creationId xmlns:a16="http://schemas.microsoft.com/office/drawing/2014/main" id="{4455F261-AC57-4085-8989-4DBED747F15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51" name="Freeform 29">
                <a:extLst>
                  <a:ext uri="{FF2B5EF4-FFF2-40B4-BE49-F238E27FC236}">
                    <a16:creationId xmlns:a16="http://schemas.microsoft.com/office/drawing/2014/main" id="{57CEA90D-DB58-4EC0-A55C-15FAF59E046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52" name="Freeform 30">
                <a:extLst>
                  <a:ext uri="{FF2B5EF4-FFF2-40B4-BE49-F238E27FC236}">
                    <a16:creationId xmlns:a16="http://schemas.microsoft.com/office/drawing/2014/main" id="{66BBB005-2E38-496A-A46C-FD2B0605C16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53" name="Freeform 31">
                <a:extLst>
                  <a:ext uri="{FF2B5EF4-FFF2-40B4-BE49-F238E27FC236}">
                    <a16:creationId xmlns:a16="http://schemas.microsoft.com/office/drawing/2014/main" id="{E1A7618C-DE9D-401A-AD7A-784F19DA856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5E441C57-A0CF-4D49-9609-55CB4646BD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7" name="Freeform 32">
                <a:extLst>
                  <a:ext uri="{FF2B5EF4-FFF2-40B4-BE49-F238E27FC236}">
                    <a16:creationId xmlns:a16="http://schemas.microsoft.com/office/drawing/2014/main" id="{2D3240AD-75B9-452B-9967-D05B40DE5FB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3">
                <a:extLst>
                  <a:ext uri="{FF2B5EF4-FFF2-40B4-BE49-F238E27FC236}">
                    <a16:creationId xmlns:a16="http://schemas.microsoft.com/office/drawing/2014/main" id="{6A557EE5-4777-4655-A433-05006D84104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34">
                <a:extLst>
                  <a:ext uri="{FF2B5EF4-FFF2-40B4-BE49-F238E27FC236}">
                    <a16:creationId xmlns:a16="http://schemas.microsoft.com/office/drawing/2014/main" id="{6B721B6E-8FF2-470B-A180-C594E82718E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Freeform 35">
                <a:extLst>
                  <a:ext uri="{FF2B5EF4-FFF2-40B4-BE49-F238E27FC236}">
                    <a16:creationId xmlns:a16="http://schemas.microsoft.com/office/drawing/2014/main" id="{23E045A6-2D54-488D-B5F0-68851843088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1" name="Freeform 36">
                <a:extLst>
                  <a:ext uri="{FF2B5EF4-FFF2-40B4-BE49-F238E27FC236}">
                    <a16:creationId xmlns:a16="http://schemas.microsoft.com/office/drawing/2014/main" id="{2A4F07ED-57C7-4FF7-ABF8-793FC03A247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37">
                <a:extLst>
                  <a:ext uri="{FF2B5EF4-FFF2-40B4-BE49-F238E27FC236}">
                    <a16:creationId xmlns:a16="http://schemas.microsoft.com/office/drawing/2014/main" id="{8829D0E6-D04F-4297-A784-6837F13ECAB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38">
                <a:extLst>
                  <a:ext uri="{FF2B5EF4-FFF2-40B4-BE49-F238E27FC236}">
                    <a16:creationId xmlns:a16="http://schemas.microsoft.com/office/drawing/2014/main" id="{9477D3D3-AA00-446F-B05D-EBBA25D3C98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39">
                <a:extLst>
                  <a:ext uri="{FF2B5EF4-FFF2-40B4-BE49-F238E27FC236}">
                    <a16:creationId xmlns:a16="http://schemas.microsoft.com/office/drawing/2014/main" id="{5AC450AD-A350-42FA-B7EA-103D4416B46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40">
                <a:extLst>
                  <a:ext uri="{FF2B5EF4-FFF2-40B4-BE49-F238E27FC236}">
                    <a16:creationId xmlns:a16="http://schemas.microsoft.com/office/drawing/2014/main" id="{A10F783A-EC27-47BE-A21D-3531A036FA6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Rectangle 41">
                <a:extLst>
                  <a:ext uri="{FF2B5EF4-FFF2-40B4-BE49-F238E27FC236}">
                    <a16:creationId xmlns:a16="http://schemas.microsoft.com/office/drawing/2014/main" id="{A2CBE444-D00C-4C80-9F29-42A250C500B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pic>
        <p:nvPicPr>
          <p:cNvPr id="7" name="Imagem 6" descr="Uma imagem contendo texto&#10;&#10;Descrição gerada automaticamente">
            <a:extLst>
              <a:ext uri="{FF2B5EF4-FFF2-40B4-BE49-F238E27FC236}">
                <a16:creationId xmlns:a16="http://schemas.microsoft.com/office/drawing/2014/main" id="{E8DDB31D-1543-4494-B9FF-63502159CEC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154" b="5096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23804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8000"/>
                <a:hueMod val="94000"/>
                <a:satMod val="148000"/>
                <a:lumMod val="150000"/>
              </a:schemeClr>
            </a:gs>
            <a:gs pos="100000">
              <a:schemeClr val="bg1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>
            <a:extLst>
              <a:ext uri="{FF2B5EF4-FFF2-40B4-BE49-F238E27FC236}">
                <a16:creationId xmlns:a16="http://schemas.microsoft.com/office/drawing/2014/main" id="{9ACD3AF8-B16E-4174-8C1A-41F683C4AF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FF5EAD09-B81D-415F-8BCF-73C81AE05F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0" name="Rectangle 5">
              <a:extLst>
                <a:ext uri="{FF2B5EF4-FFF2-40B4-BE49-F238E27FC236}">
                  <a16:creationId xmlns:a16="http://schemas.microsoft.com/office/drawing/2014/main" id="{CFB79010-8ED4-49EF-AFD2-F4D8C80B69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4649B869-006E-42B5-9DDC-21049B130E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2" name="Freeform 7">
              <a:extLst>
                <a:ext uri="{FF2B5EF4-FFF2-40B4-BE49-F238E27FC236}">
                  <a16:creationId xmlns:a16="http://schemas.microsoft.com/office/drawing/2014/main" id="{443096BD-333F-48B6-8220-D1F9793E40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3" name="Rectangle 8">
              <a:extLst>
                <a:ext uri="{FF2B5EF4-FFF2-40B4-BE49-F238E27FC236}">
                  <a16:creationId xmlns:a16="http://schemas.microsoft.com/office/drawing/2014/main" id="{1A45BB9A-7E84-4B9B-923A-270A97F852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4" name="Freeform 9">
              <a:extLst>
                <a:ext uri="{FF2B5EF4-FFF2-40B4-BE49-F238E27FC236}">
                  <a16:creationId xmlns:a16="http://schemas.microsoft.com/office/drawing/2014/main" id="{D7D7C768-2F76-4DE2-A807-1B9FFF816C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Freeform 10">
              <a:extLst>
                <a:ext uri="{FF2B5EF4-FFF2-40B4-BE49-F238E27FC236}">
                  <a16:creationId xmlns:a16="http://schemas.microsoft.com/office/drawing/2014/main" id="{1870B32E-EE42-470E-B543-CA55AEC8CA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6" name="Freeform 11">
              <a:extLst>
                <a:ext uri="{FF2B5EF4-FFF2-40B4-BE49-F238E27FC236}">
                  <a16:creationId xmlns:a16="http://schemas.microsoft.com/office/drawing/2014/main" id="{EEF09120-11AA-4DB5-98A8-EC4923002C6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2">
              <a:extLst>
                <a:ext uri="{FF2B5EF4-FFF2-40B4-BE49-F238E27FC236}">
                  <a16:creationId xmlns:a16="http://schemas.microsoft.com/office/drawing/2014/main" id="{39CC463D-589C-461C-A234-0460EB06B8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3">
              <a:extLst>
                <a:ext uri="{FF2B5EF4-FFF2-40B4-BE49-F238E27FC236}">
                  <a16:creationId xmlns:a16="http://schemas.microsoft.com/office/drawing/2014/main" id="{B6516153-269A-421E-A021-CB3F3C5E1D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4">
              <a:extLst>
                <a:ext uri="{FF2B5EF4-FFF2-40B4-BE49-F238E27FC236}">
                  <a16:creationId xmlns:a16="http://schemas.microsoft.com/office/drawing/2014/main" id="{45E14300-6C4A-4F77-915F-F3B25B0237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5">
              <a:extLst>
                <a:ext uri="{FF2B5EF4-FFF2-40B4-BE49-F238E27FC236}">
                  <a16:creationId xmlns:a16="http://schemas.microsoft.com/office/drawing/2014/main" id="{993E312A-E6A6-4B52-ADE6-618ADC89BA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6">
              <a:extLst>
                <a:ext uri="{FF2B5EF4-FFF2-40B4-BE49-F238E27FC236}">
                  <a16:creationId xmlns:a16="http://schemas.microsoft.com/office/drawing/2014/main" id="{2F0F3026-2480-472B-8C52-36812C81EF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7">
              <a:extLst>
                <a:ext uri="{FF2B5EF4-FFF2-40B4-BE49-F238E27FC236}">
                  <a16:creationId xmlns:a16="http://schemas.microsoft.com/office/drawing/2014/main" id="{34E1C992-559D-4827-9F30-31A3CA7A2B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8">
              <a:extLst>
                <a:ext uri="{FF2B5EF4-FFF2-40B4-BE49-F238E27FC236}">
                  <a16:creationId xmlns:a16="http://schemas.microsoft.com/office/drawing/2014/main" id="{D9F2FB98-F443-498F-AAD9-6945825681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9">
              <a:extLst>
                <a:ext uri="{FF2B5EF4-FFF2-40B4-BE49-F238E27FC236}">
                  <a16:creationId xmlns:a16="http://schemas.microsoft.com/office/drawing/2014/main" id="{75DBF6EC-ED50-43E4-8A8B-64CE86A880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20">
              <a:extLst>
                <a:ext uri="{FF2B5EF4-FFF2-40B4-BE49-F238E27FC236}">
                  <a16:creationId xmlns:a16="http://schemas.microsoft.com/office/drawing/2014/main" id="{FD854F40-AC43-4F21-9C62-2CE35CFD2B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21">
              <a:extLst>
                <a:ext uri="{FF2B5EF4-FFF2-40B4-BE49-F238E27FC236}">
                  <a16:creationId xmlns:a16="http://schemas.microsoft.com/office/drawing/2014/main" id="{62CCB560-494A-4F74-9DE4-068806A893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2">
              <a:extLst>
                <a:ext uri="{FF2B5EF4-FFF2-40B4-BE49-F238E27FC236}">
                  <a16:creationId xmlns:a16="http://schemas.microsoft.com/office/drawing/2014/main" id="{6F9A05F2-B5D2-4D8A-9A78-14E45C13FE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3">
              <a:extLst>
                <a:ext uri="{FF2B5EF4-FFF2-40B4-BE49-F238E27FC236}">
                  <a16:creationId xmlns:a16="http://schemas.microsoft.com/office/drawing/2014/main" id="{A6373189-19BB-4BEC-84A3-432253E058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4">
              <a:extLst>
                <a:ext uri="{FF2B5EF4-FFF2-40B4-BE49-F238E27FC236}">
                  <a16:creationId xmlns:a16="http://schemas.microsoft.com/office/drawing/2014/main" id="{71AB3122-947A-44DB-B190-A2601C6C95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5">
              <a:extLst>
                <a:ext uri="{FF2B5EF4-FFF2-40B4-BE49-F238E27FC236}">
                  <a16:creationId xmlns:a16="http://schemas.microsoft.com/office/drawing/2014/main" id="{74B4109D-3AFC-4D44-87B1-0CDED3E638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6">
              <a:extLst>
                <a:ext uri="{FF2B5EF4-FFF2-40B4-BE49-F238E27FC236}">
                  <a16:creationId xmlns:a16="http://schemas.microsoft.com/office/drawing/2014/main" id="{44AAD39F-F7C9-4D00-95E0-0465B4E858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7">
              <a:extLst>
                <a:ext uri="{FF2B5EF4-FFF2-40B4-BE49-F238E27FC236}">
                  <a16:creationId xmlns:a16="http://schemas.microsoft.com/office/drawing/2014/main" id="{C1DCAB8D-6EF6-4A84-8D0C-AA9226DEC9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8">
              <a:extLst>
                <a:ext uri="{FF2B5EF4-FFF2-40B4-BE49-F238E27FC236}">
                  <a16:creationId xmlns:a16="http://schemas.microsoft.com/office/drawing/2014/main" id="{C407F97F-83CF-4703-B9E0-6335530E32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9">
              <a:extLst>
                <a:ext uri="{FF2B5EF4-FFF2-40B4-BE49-F238E27FC236}">
                  <a16:creationId xmlns:a16="http://schemas.microsoft.com/office/drawing/2014/main" id="{0D8D2363-5D84-4CFF-89AA-3C93C859DB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30">
              <a:extLst>
                <a:ext uri="{FF2B5EF4-FFF2-40B4-BE49-F238E27FC236}">
                  <a16:creationId xmlns:a16="http://schemas.microsoft.com/office/drawing/2014/main" id="{0435A35C-AC99-4E12-8CB0-9C640DAA94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31">
              <a:extLst>
                <a:ext uri="{FF2B5EF4-FFF2-40B4-BE49-F238E27FC236}">
                  <a16:creationId xmlns:a16="http://schemas.microsoft.com/office/drawing/2014/main" id="{F20392CF-2256-4527-836B-2E6F88596E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2">
              <a:extLst>
                <a:ext uri="{FF2B5EF4-FFF2-40B4-BE49-F238E27FC236}">
                  <a16:creationId xmlns:a16="http://schemas.microsoft.com/office/drawing/2014/main" id="{C52C3AD3-122C-4010-9C55-B0247F8CCAB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Rectangle 33">
              <a:extLst>
                <a:ext uri="{FF2B5EF4-FFF2-40B4-BE49-F238E27FC236}">
                  <a16:creationId xmlns:a16="http://schemas.microsoft.com/office/drawing/2014/main" id="{EFCB53ED-09C0-4AD7-9BBC-366833D5FE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39" name="Freeform 34">
              <a:extLst>
                <a:ext uri="{FF2B5EF4-FFF2-40B4-BE49-F238E27FC236}">
                  <a16:creationId xmlns:a16="http://schemas.microsoft.com/office/drawing/2014/main" id="{6F309F52-BFCF-47D9-8089-BC049540DB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Freeform 35">
              <a:extLst>
                <a:ext uri="{FF2B5EF4-FFF2-40B4-BE49-F238E27FC236}">
                  <a16:creationId xmlns:a16="http://schemas.microsoft.com/office/drawing/2014/main" id="{5F9AE85F-C7AA-4761-B468-2E100829BC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1" name="Freeform 36">
              <a:extLst>
                <a:ext uri="{FF2B5EF4-FFF2-40B4-BE49-F238E27FC236}">
                  <a16:creationId xmlns:a16="http://schemas.microsoft.com/office/drawing/2014/main" id="{2C81C778-91E5-4AE9-AACB-8566E7A28B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7">
              <a:extLst>
                <a:ext uri="{FF2B5EF4-FFF2-40B4-BE49-F238E27FC236}">
                  <a16:creationId xmlns:a16="http://schemas.microsoft.com/office/drawing/2014/main" id="{6C56E0B4-58A0-4B2B-BD56-54121BB8DB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8">
              <a:extLst>
                <a:ext uri="{FF2B5EF4-FFF2-40B4-BE49-F238E27FC236}">
                  <a16:creationId xmlns:a16="http://schemas.microsoft.com/office/drawing/2014/main" id="{88A29CFE-13A6-4509-946F-5C074F856E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9">
              <a:extLst>
                <a:ext uri="{FF2B5EF4-FFF2-40B4-BE49-F238E27FC236}">
                  <a16:creationId xmlns:a16="http://schemas.microsoft.com/office/drawing/2014/main" id="{00235A0A-018B-4499-AC16-AF83457BF4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40">
              <a:extLst>
                <a:ext uri="{FF2B5EF4-FFF2-40B4-BE49-F238E27FC236}">
                  <a16:creationId xmlns:a16="http://schemas.microsoft.com/office/drawing/2014/main" id="{861DF9B7-50DC-4EBE-8B23-97FE92DBBB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41">
              <a:extLst>
                <a:ext uri="{FF2B5EF4-FFF2-40B4-BE49-F238E27FC236}">
                  <a16:creationId xmlns:a16="http://schemas.microsoft.com/office/drawing/2014/main" id="{69673907-73D7-4729-A911-9BD078EC2E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2">
              <a:extLst>
                <a:ext uri="{FF2B5EF4-FFF2-40B4-BE49-F238E27FC236}">
                  <a16:creationId xmlns:a16="http://schemas.microsoft.com/office/drawing/2014/main" id="{4DC844D3-8053-4EE7-A286-50157B6FD8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3">
              <a:extLst>
                <a:ext uri="{FF2B5EF4-FFF2-40B4-BE49-F238E27FC236}">
                  <a16:creationId xmlns:a16="http://schemas.microsoft.com/office/drawing/2014/main" id="{D67575A0-A45A-4773-874C-16370E3670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4">
              <a:extLst>
                <a:ext uri="{FF2B5EF4-FFF2-40B4-BE49-F238E27FC236}">
                  <a16:creationId xmlns:a16="http://schemas.microsoft.com/office/drawing/2014/main" id="{4327252B-B62B-4DE0-A924-B7F6E40AD9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Rectangle 45">
              <a:extLst>
                <a:ext uri="{FF2B5EF4-FFF2-40B4-BE49-F238E27FC236}">
                  <a16:creationId xmlns:a16="http://schemas.microsoft.com/office/drawing/2014/main" id="{778BC6A7-AC19-497B-A7C6-E447B2EBDA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1" name="Freeform 46">
              <a:extLst>
                <a:ext uri="{FF2B5EF4-FFF2-40B4-BE49-F238E27FC236}">
                  <a16:creationId xmlns:a16="http://schemas.microsoft.com/office/drawing/2014/main" id="{4E79A87B-BF1F-437A-9FED-BE93025E50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Freeform 47">
              <a:extLst>
                <a:ext uri="{FF2B5EF4-FFF2-40B4-BE49-F238E27FC236}">
                  <a16:creationId xmlns:a16="http://schemas.microsoft.com/office/drawing/2014/main" id="{DFAAF3CC-B4E0-45C8-AC2D-EF0D6D823D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3" name="Freeform 48">
              <a:extLst>
                <a:ext uri="{FF2B5EF4-FFF2-40B4-BE49-F238E27FC236}">
                  <a16:creationId xmlns:a16="http://schemas.microsoft.com/office/drawing/2014/main" id="{A5A12C87-1E4A-4664-B2F4-A1C8B656F9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9">
              <a:extLst>
                <a:ext uri="{FF2B5EF4-FFF2-40B4-BE49-F238E27FC236}">
                  <a16:creationId xmlns:a16="http://schemas.microsoft.com/office/drawing/2014/main" id="{B3AF8230-4630-4505-ADDB-16A9B6B377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50">
              <a:extLst>
                <a:ext uri="{FF2B5EF4-FFF2-40B4-BE49-F238E27FC236}">
                  <a16:creationId xmlns:a16="http://schemas.microsoft.com/office/drawing/2014/main" id="{33F93F6D-724D-42F3-AF1D-3081EAB5D1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51">
              <a:extLst>
                <a:ext uri="{FF2B5EF4-FFF2-40B4-BE49-F238E27FC236}">
                  <a16:creationId xmlns:a16="http://schemas.microsoft.com/office/drawing/2014/main" id="{F5DD7A8F-FB67-4E79-80DB-0FAF3A0989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2">
              <a:extLst>
                <a:ext uri="{FF2B5EF4-FFF2-40B4-BE49-F238E27FC236}">
                  <a16:creationId xmlns:a16="http://schemas.microsoft.com/office/drawing/2014/main" id="{7B140A84-E89E-4A80-9DF8-7BCA45F908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3">
              <a:extLst>
                <a:ext uri="{FF2B5EF4-FFF2-40B4-BE49-F238E27FC236}">
                  <a16:creationId xmlns:a16="http://schemas.microsoft.com/office/drawing/2014/main" id="{279E1D6A-EFE2-44C6-A5BF-DFADF0DC91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4">
              <a:extLst>
                <a:ext uri="{FF2B5EF4-FFF2-40B4-BE49-F238E27FC236}">
                  <a16:creationId xmlns:a16="http://schemas.microsoft.com/office/drawing/2014/main" id="{C9FA2204-561F-4ABB-988C-03053820F1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5">
              <a:extLst>
                <a:ext uri="{FF2B5EF4-FFF2-40B4-BE49-F238E27FC236}">
                  <a16:creationId xmlns:a16="http://schemas.microsoft.com/office/drawing/2014/main" id="{8BD7D04E-AC0A-424F-BC40-28842DAFFA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6">
              <a:extLst>
                <a:ext uri="{FF2B5EF4-FFF2-40B4-BE49-F238E27FC236}">
                  <a16:creationId xmlns:a16="http://schemas.microsoft.com/office/drawing/2014/main" id="{32B616A2-FE09-47DD-B58C-12EE58B7CA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7">
              <a:extLst>
                <a:ext uri="{FF2B5EF4-FFF2-40B4-BE49-F238E27FC236}">
                  <a16:creationId xmlns:a16="http://schemas.microsoft.com/office/drawing/2014/main" id="{08C5EAF5-6064-484E-BA05-80D09D84EA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8">
              <a:extLst>
                <a:ext uri="{FF2B5EF4-FFF2-40B4-BE49-F238E27FC236}">
                  <a16:creationId xmlns:a16="http://schemas.microsoft.com/office/drawing/2014/main" id="{F11D90DF-D275-4725-884C-77E5E01D89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9BE10567-6165-46A7-867D-4690A16B46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1"/>
            <a:ext cx="12192003" cy="6858001"/>
            <a:chOff x="0" y="-1"/>
            <a:chExt cx="12192003" cy="6858001"/>
          </a:xfrm>
        </p:grpSpPr>
        <p:sp useBgFill="1">
          <p:nvSpPr>
            <p:cNvPr id="66" name="Rectangle 65">
              <a:extLst>
                <a:ext uri="{FF2B5EF4-FFF2-40B4-BE49-F238E27FC236}">
                  <a16:creationId xmlns:a16="http://schemas.microsoft.com/office/drawing/2014/main" id="{0F4DB1F4-429C-4C85-85D7-C4D81996D3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" y="-1"/>
              <a:ext cx="121920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67" name="Picture 2">
              <a:extLst>
                <a:ext uri="{FF2B5EF4-FFF2-40B4-BE49-F238E27FC236}">
                  <a16:creationId xmlns:a16="http://schemas.microsoft.com/office/drawing/2014/main" id="{159C0DA6-71D9-4C96-A774-7FADF5E0A4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 noChangeArrowheads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2">
              <a:alphaModFix amt="30000"/>
              <a:duotone>
                <a:prstClr val="black"/>
                <a:schemeClr val="tx2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-1"/>
              <a:ext cx="12192003" cy="685800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69" name="Round Diagonal Corner Rectangle 7">
            <a:extLst>
              <a:ext uri="{FF2B5EF4-FFF2-40B4-BE49-F238E27FC236}">
                <a16:creationId xmlns:a16="http://schemas.microsoft.com/office/drawing/2014/main" id="{4B24F6DB-F114-44A7-BB56-D401884E4E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582333" y="2235200"/>
            <a:ext cx="7027334" cy="2396067"/>
          </a:xfrm>
          <a:prstGeom prst="round2DiagRect">
            <a:avLst>
              <a:gd name="adj1" fmla="val 9246"/>
              <a:gd name="adj2" fmla="val 0"/>
            </a:avLst>
          </a:prstGeom>
          <a:solidFill>
            <a:srgbClr val="000000">
              <a:alpha val="80000"/>
            </a:srgbClr>
          </a:solidFill>
          <a:ln w="19050" cap="sq">
            <a:solidFill>
              <a:schemeClr val="tx2"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1" name="Group 70">
            <a:extLst>
              <a:ext uri="{FF2B5EF4-FFF2-40B4-BE49-F238E27FC236}">
                <a16:creationId xmlns:a16="http://schemas.microsoft.com/office/drawing/2014/main" id="{4DB50ECD-225E-4F81-AF7B-706DD05F3B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05895" y="2900097"/>
            <a:ext cx="10982062" cy="1211524"/>
            <a:chOff x="605895" y="2900097"/>
            <a:chExt cx="10982062" cy="1211524"/>
          </a:xfrm>
          <a:effectLst/>
        </p:grpSpPr>
        <p:sp>
          <p:nvSpPr>
            <p:cNvPr id="72" name="Freeform 32">
              <a:extLst>
                <a:ext uri="{FF2B5EF4-FFF2-40B4-BE49-F238E27FC236}">
                  <a16:creationId xmlns:a16="http://schemas.microsoft.com/office/drawing/2014/main" id="{CBC3B006-1357-4969-BC3D-CDD91E492B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 flipV="1">
              <a:off x="9653587" y="3379784"/>
              <a:ext cx="417513" cy="512763"/>
            </a:xfrm>
            <a:custGeom>
              <a:avLst/>
              <a:gdLst/>
              <a:ahLst/>
              <a:cxnLst/>
              <a:rect l="0" t="0" r="r" b="b"/>
              <a:pathLst>
                <a:path w="263" h="323">
                  <a:moveTo>
                    <a:pt x="12" y="323"/>
                  </a:moveTo>
                  <a:lnTo>
                    <a:pt x="0" y="314"/>
                  </a:lnTo>
                  <a:lnTo>
                    <a:pt x="203" y="108"/>
                  </a:lnTo>
                  <a:lnTo>
                    <a:pt x="248" y="0"/>
                  </a:lnTo>
                  <a:lnTo>
                    <a:pt x="263" y="6"/>
                  </a:lnTo>
                  <a:lnTo>
                    <a:pt x="218" y="117"/>
                  </a:lnTo>
                  <a:lnTo>
                    <a:pt x="218" y="117"/>
                  </a:lnTo>
                  <a:lnTo>
                    <a:pt x="12" y="323"/>
                  </a:ln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</p:sp>
        <p:sp>
          <p:nvSpPr>
            <p:cNvPr id="73" name="Freeform 33">
              <a:extLst>
                <a:ext uri="{FF2B5EF4-FFF2-40B4-BE49-F238E27FC236}">
                  <a16:creationId xmlns:a16="http://schemas.microsoft.com/office/drawing/2014/main" id="{0D6E4F1D-B331-41B5-90EF-2236C1EE15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 flipV="1">
              <a:off x="10078244" y="3310728"/>
              <a:ext cx="157163" cy="152400"/>
            </a:xfrm>
            <a:custGeom>
              <a:avLst/>
              <a:gdLst/>
              <a:ahLst/>
              <a:cxnLst/>
              <a:rect l="0" t="0" r="r" b="b"/>
              <a:pathLst>
                <a:path w="33" h="32">
                  <a:moveTo>
                    <a:pt x="17" y="32"/>
                  </a:moveTo>
                  <a:cubicBezTo>
                    <a:pt x="13" y="32"/>
                    <a:pt x="9" y="30"/>
                    <a:pt x="6" y="27"/>
                  </a:cubicBezTo>
                  <a:cubicBezTo>
                    <a:pt x="0" y="21"/>
                    <a:pt x="0" y="11"/>
                    <a:pt x="6" y="5"/>
                  </a:cubicBezTo>
                  <a:cubicBezTo>
                    <a:pt x="9" y="2"/>
                    <a:pt x="13" y="0"/>
                    <a:pt x="17" y="0"/>
                  </a:cubicBezTo>
                  <a:cubicBezTo>
                    <a:pt x="21" y="0"/>
                    <a:pt x="25" y="2"/>
                    <a:pt x="28" y="5"/>
                  </a:cubicBezTo>
                  <a:cubicBezTo>
                    <a:pt x="31" y="8"/>
                    <a:pt x="33" y="12"/>
                    <a:pt x="33" y="16"/>
                  </a:cubicBezTo>
                  <a:cubicBezTo>
                    <a:pt x="33" y="20"/>
                    <a:pt x="31" y="24"/>
                    <a:pt x="28" y="27"/>
                  </a:cubicBezTo>
                  <a:cubicBezTo>
                    <a:pt x="25" y="30"/>
                    <a:pt x="21" y="32"/>
                    <a:pt x="17" y="32"/>
                  </a:cubicBezTo>
                  <a:close/>
                  <a:moveTo>
                    <a:pt x="17" y="4"/>
                  </a:moveTo>
                  <a:cubicBezTo>
                    <a:pt x="14" y="4"/>
                    <a:pt x="11" y="6"/>
                    <a:pt x="9" y="8"/>
                  </a:cubicBezTo>
                  <a:cubicBezTo>
                    <a:pt x="4" y="12"/>
                    <a:pt x="4" y="20"/>
                    <a:pt x="9" y="24"/>
                  </a:cubicBezTo>
                  <a:cubicBezTo>
                    <a:pt x="11" y="27"/>
                    <a:pt x="14" y="28"/>
                    <a:pt x="17" y="28"/>
                  </a:cubicBezTo>
                  <a:cubicBezTo>
                    <a:pt x="20" y="28"/>
                    <a:pt x="23" y="27"/>
                    <a:pt x="26" y="24"/>
                  </a:cubicBezTo>
                  <a:cubicBezTo>
                    <a:pt x="30" y="20"/>
                    <a:pt x="30" y="12"/>
                    <a:pt x="26" y="8"/>
                  </a:cubicBezTo>
                  <a:cubicBezTo>
                    <a:pt x="23" y="6"/>
                    <a:pt x="20" y="4"/>
                    <a:pt x="17" y="4"/>
                  </a:cubicBez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</p:sp>
        <p:sp>
          <p:nvSpPr>
            <p:cNvPr id="74" name="Freeform 34">
              <a:extLst>
                <a:ext uri="{FF2B5EF4-FFF2-40B4-BE49-F238E27FC236}">
                  <a16:creationId xmlns:a16="http://schemas.microsoft.com/office/drawing/2014/main" id="{54A60014-21DF-44E5-9137-4335718850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 flipV="1">
              <a:off x="11146631" y="3574253"/>
              <a:ext cx="188913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</p:sp>
        <p:sp>
          <p:nvSpPr>
            <p:cNvPr id="75" name="Freeform 37">
              <a:extLst>
                <a:ext uri="{FF2B5EF4-FFF2-40B4-BE49-F238E27FC236}">
                  <a16:creationId xmlns:a16="http://schemas.microsoft.com/office/drawing/2014/main" id="{40B768C0-B003-45F4-9A06-EA3509A90B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 flipV="1">
              <a:off x="10230644" y="3034502"/>
              <a:ext cx="304800" cy="1544638"/>
            </a:xfrm>
            <a:custGeom>
              <a:avLst/>
              <a:gdLst/>
              <a:ahLst/>
              <a:cxnLst/>
              <a:rect l="0" t="0" r="r" b="b"/>
              <a:pathLst>
                <a:path w="192" h="973">
                  <a:moveTo>
                    <a:pt x="15" y="973"/>
                  </a:moveTo>
                  <a:lnTo>
                    <a:pt x="0" y="973"/>
                  </a:lnTo>
                  <a:lnTo>
                    <a:pt x="0" y="790"/>
                  </a:lnTo>
                  <a:lnTo>
                    <a:pt x="174" y="614"/>
                  </a:lnTo>
                  <a:lnTo>
                    <a:pt x="174" y="0"/>
                  </a:lnTo>
                  <a:lnTo>
                    <a:pt x="192" y="0"/>
                  </a:lnTo>
                  <a:lnTo>
                    <a:pt x="192" y="620"/>
                  </a:lnTo>
                  <a:lnTo>
                    <a:pt x="15" y="796"/>
                  </a:lnTo>
                  <a:lnTo>
                    <a:pt x="15" y="973"/>
                  </a:ln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</p:sp>
        <p:sp>
          <p:nvSpPr>
            <p:cNvPr id="76" name="Freeform 35">
              <a:extLst>
                <a:ext uri="{FF2B5EF4-FFF2-40B4-BE49-F238E27FC236}">
                  <a16:creationId xmlns:a16="http://schemas.microsoft.com/office/drawing/2014/main" id="{5E479182-2054-4AD9-823D-81CFAD7F2C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>
              <a:off x="10034587" y="2562753"/>
              <a:ext cx="298450" cy="1154113"/>
            </a:xfrm>
            <a:custGeom>
              <a:avLst/>
              <a:gdLst/>
              <a:ahLst/>
              <a:cxnLst/>
              <a:rect l="0" t="0" r="r" b="b"/>
              <a:pathLst>
                <a:path w="188" h="727">
                  <a:moveTo>
                    <a:pt x="15" y="727"/>
                  </a:moveTo>
                  <a:lnTo>
                    <a:pt x="0" y="727"/>
                  </a:lnTo>
                  <a:lnTo>
                    <a:pt x="0" y="407"/>
                  </a:lnTo>
                  <a:lnTo>
                    <a:pt x="0" y="407"/>
                  </a:lnTo>
                  <a:lnTo>
                    <a:pt x="176" y="0"/>
                  </a:lnTo>
                  <a:lnTo>
                    <a:pt x="188" y="6"/>
                  </a:lnTo>
                  <a:lnTo>
                    <a:pt x="15" y="410"/>
                  </a:lnTo>
                  <a:lnTo>
                    <a:pt x="15" y="727"/>
                  </a:ln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</p:sp>
        <p:sp>
          <p:nvSpPr>
            <p:cNvPr id="77" name="Freeform 36">
              <a:extLst>
                <a:ext uri="{FF2B5EF4-FFF2-40B4-BE49-F238E27FC236}">
                  <a16:creationId xmlns:a16="http://schemas.microsoft.com/office/drawing/2014/main" id="{A7D912CF-756A-41F1-8BF1-5BA7D1BD05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>
              <a:off x="10747375" y="3232679"/>
              <a:ext cx="157163" cy="155575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5"/>
                    <a:pt x="0" y="16"/>
                  </a:cubicBezTo>
                  <a:cubicBezTo>
                    <a:pt x="0" y="7"/>
                    <a:pt x="8" y="0"/>
                    <a:pt x="17" y="0"/>
                  </a:cubicBezTo>
                  <a:cubicBezTo>
                    <a:pt x="26" y="0"/>
                    <a:pt x="33" y="7"/>
                    <a:pt x="33" y="16"/>
                  </a:cubicBezTo>
                  <a:cubicBezTo>
                    <a:pt x="33" y="25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9"/>
                    <a:pt x="4" y="16"/>
                  </a:cubicBezTo>
                  <a:cubicBezTo>
                    <a:pt x="4" y="23"/>
                    <a:pt x="10" y="29"/>
                    <a:pt x="17" y="29"/>
                  </a:cubicBezTo>
                  <a:cubicBezTo>
                    <a:pt x="23" y="29"/>
                    <a:pt x="29" y="23"/>
                    <a:pt x="29" y="16"/>
                  </a:cubicBezTo>
                  <a:cubicBezTo>
                    <a:pt x="29" y="9"/>
                    <a:pt x="23" y="4"/>
                    <a:pt x="17" y="4"/>
                  </a:cubicBez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</p:sp>
        <p:sp>
          <p:nvSpPr>
            <p:cNvPr id="78" name="Freeform 38">
              <a:extLst>
                <a:ext uri="{FF2B5EF4-FFF2-40B4-BE49-F238E27FC236}">
                  <a16:creationId xmlns:a16="http://schemas.microsoft.com/office/drawing/2014/main" id="{734B6F35-2160-44B1-AB00-F628C84B14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>
              <a:off x="11399044" y="3095360"/>
              <a:ext cx="188913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</p:sp>
        <p:sp>
          <p:nvSpPr>
            <p:cNvPr id="79" name="Freeform 39">
              <a:extLst>
                <a:ext uri="{FF2B5EF4-FFF2-40B4-BE49-F238E27FC236}">
                  <a16:creationId xmlns:a16="http://schemas.microsoft.com/office/drawing/2014/main" id="{D8657E76-4F63-44FE-86C5-54CA174FCB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>
              <a:off x="10353675" y="2153178"/>
              <a:ext cx="307975" cy="1801813"/>
            </a:xfrm>
            <a:custGeom>
              <a:avLst/>
              <a:gdLst/>
              <a:ahLst/>
              <a:cxnLst/>
              <a:rect l="0" t="0" r="r" b="b"/>
              <a:pathLst>
                <a:path w="194" h="1135">
                  <a:moveTo>
                    <a:pt x="18" y="1135"/>
                  </a:moveTo>
                  <a:lnTo>
                    <a:pt x="0" y="1135"/>
                  </a:lnTo>
                  <a:lnTo>
                    <a:pt x="0" y="354"/>
                  </a:lnTo>
                  <a:lnTo>
                    <a:pt x="176" y="177"/>
                  </a:lnTo>
                  <a:lnTo>
                    <a:pt x="176" y="0"/>
                  </a:lnTo>
                  <a:lnTo>
                    <a:pt x="194" y="0"/>
                  </a:lnTo>
                  <a:lnTo>
                    <a:pt x="194" y="183"/>
                  </a:lnTo>
                  <a:lnTo>
                    <a:pt x="18" y="360"/>
                  </a:lnTo>
                  <a:lnTo>
                    <a:pt x="18" y="1135"/>
                  </a:ln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</p:sp>
        <p:sp>
          <p:nvSpPr>
            <p:cNvPr id="80" name="Freeform 40">
              <a:extLst>
                <a:ext uri="{FF2B5EF4-FFF2-40B4-BE49-F238E27FC236}">
                  <a16:creationId xmlns:a16="http://schemas.microsoft.com/office/drawing/2014/main" id="{482CEB8C-90E5-4152-8B52-A2881B98A3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>
              <a:off x="9848850" y="330887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</p:sp>
        <p:sp>
          <p:nvSpPr>
            <p:cNvPr id="81" name="Rectangle 41">
              <a:extLst>
                <a:ext uri="{FF2B5EF4-FFF2-40B4-BE49-F238E27FC236}">
                  <a16:creationId xmlns:a16="http://schemas.microsoft.com/office/drawing/2014/main" id="{85010FC2-BC4C-4692-876D-7FE363BFC6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>
              <a:off x="9721056" y="3284272"/>
              <a:ext cx="23813" cy="252413"/>
            </a:xfrm>
            <a:prstGeom prst="rect">
              <a:avLst/>
            </a:pr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</p:sp>
        <p:sp>
          <p:nvSpPr>
            <p:cNvPr id="82" name="Freeform 32">
              <a:extLst>
                <a:ext uri="{FF2B5EF4-FFF2-40B4-BE49-F238E27FC236}">
                  <a16:creationId xmlns:a16="http://schemas.microsoft.com/office/drawing/2014/main" id="{714C1223-2B78-4715-9ACB-079A60D16D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6200000" flipH="1" flipV="1">
              <a:off x="2122751" y="3532184"/>
              <a:ext cx="417513" cy="512763"/>
            </a:xfrm>
            <a:custGeom>
              <a:avLst/>
              <a:gdLst/>
              <a:ahLst/>
              <a:cxnLst/>
              <a:rect l="0" t="0" r="r" b="b"/>
              <a:pathLst>
                <a:path w="263" h="323">
                  <a:moveTo>
                    <a:pt x="12" y="323"/>
                  </a:moveTo>
                  <a:lnTo>
                    <a:pt x="0" y="314"/>
                  </a:lnTo>
                  <a:lnTo>
                    <a:pt x="203" y="108"/>
                  </a:lnTo>
                  <a:lnTo>
                    <a:pt x="248" y="0"/>
                  </a:lnTo>
                  <a:lnTo>
                    <a:pt x="263" y="6"/>
                  </a:lnTo>
                  <a:lnTo>
                    <a:pt x="218" y="117"/>
                  </a:lnTo>
                  <a:lnTo>
                    <a:pt x="218" y="117"/>
                  </a:lnTo>
                  <a:lnTo>
                    <a:pt x="12" y="323"/>
                  </a:ln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</p:sp>
        <p:sp>
          <p:nvSpPr>
            <p:cNvPr id="83" name="Freeform 33">
              <a:extLst>
                <a:ext uri="{FF2B5EF4-FFF2-40B4-BE49-F238E27FC236}">
                  <a16:creationId xmlns:a16="http://schemas.microsoft.com/office/drawing/2014/main" id="{1D9109D3-C92A-410B-9B43-5F02B2D84E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6200000" flipH="1" flipV="1">
              <a:off x="1958445" y="3463128"/>
              <a:ext cx="157163" cy="152400"/>
            </a:xfrm>
            <a:custGeom>
              <a:avLst/>
              <a:gdLst/>
              <a:ahLst/>
              <a:cxnLst/>
              <a:rect l="0" t="0" r="r" b="b"/>
              <a:pathLst>
                <a:path w="33" h="32">
                  <a:moveTo>
                    <a:pt x="17" y="32"/>
                  </a:moveTo>
                  <a:cubicBezTo>
                    <a:pt x="13" y="32"/>
                    <a:pt x="9" y="30"/>
                    <a:pt x="6" y="27"/>
                  </a:cubicBezTo>
                  <a:cubicBezTo>
                    <a:pt x="0" y="21"/>
                    <a:pt x="0" y="11"/>
                    <a:pt x="6" y="5"/>
                  </a:cubicBezTo>
                  <a:cubicBezTo>
                    <a:pt x="9" y="2"/>
                    <a:pt x="13" y="0"/>
                    <a:pt x="17" y="0"/>
                  </a:cubicBezTo>
                  <a:cubicBezTo>
                    <a:pt x="21" y="0"/>
                    <a:pt x="25" y="2"/>
                    <a:pt x="28" y="5"/>
                  </a:cubicBezTo>
                  <a:cubicBezTo>
                    <a:pt x="31" y="8"/>
                    <a:pt x="33" y="12"/>
                    <a:pt x="33" y="16"/>
                  </a:cubicBezTo>
                  <a:cubicBezTo>
                    <a:pt x="33" y="20"/>
                    <a:pt x="31" y="24"/>
                    <a:pt x="28" y="27"/>
                  </a:cubicBezTo>
                  <a:cubicBezTo>
                    <a:pt x="25" y="30"/>
                    <a:pt x="21" y="32"/>
                    <a:pt x="17" y="32"/>
                  </a:cubicBezTo>
                  <a:close/>
                  <a:moveTo>
                    <a:pt x="17" y="4"/>
                  </a:moveTo>
                  <a:cubicBezTo>
                    <a:pt x="14" y="4"/>
                    <a:pt x="11" y="6"/>
                    <a:pt x="9" y="8"/>
                  </a:cubicBezTo>
                  <a:cubicBezTo>
                    <a:pt x="4" y="12"/>
                    <a:pt x="4" y="20"/>
                    <a:pt x="9" y="24"/>
                  </a:cubicBezTo>
                  <a:cubicBezTo>
                    <a:pt x="11" y="27"/>
                    <a:pt x="14" y="28"/>
                    <a:pt x="17" y="28"/>
                  </a:cubicBezTo>
                  <a:cubicBezTo>
                    <a:pt x="20" y="28"/>
                    <a:pt x="23" y="27"/>
                    <a:pt x="26" y="24"/>
                  </a:cubicBezTo>
                  <a:cubicBezTo>
                    <a:pt x="30" y="20"/>
                    <a:pt x="30" y="12"/>
                    <a:pt x="26" y="8"/>
                  </a:cubicBezTo>
                  <a:cubicBezTo>
                    <a:pt x="23" y="6"/>
                    <a:pt x="20" y="4"/>
                    <a:pt x="17" y="4"/>
                  </a:cubicBez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</p:sp>
        <p:sp>
          <p:nvSpPr>
            <p:cNvPr id="84" name="Freeform 34">
              <a:extLst>
                <a:ext uri="{FF2B5EF4-FFF2-40B4-BE49-F238E27FC236}">
                  <a16:creationId xmlns:a16="http://schemas.microsoft.com/office/drawing/2014/main" id="{EF5B327A-A1AE-42F3-815E-84F4AA2948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6200000" flipH="1" flipV="1">
              <a:off x="858308" y="3726653"/>
              <a:ext cx="188913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</p:sp>
        <p:sp>
          <p:nvSpPr>
            <p:cNvPr id="85" name="Freeform 37">
              <a:extLst>
                <a:ext uri="{FF2B5EF4-FFF2-40B4-BE49-F238E27FC236}">
                  <a16:creationId xmlns:a16="http://schemas.microsoft.com/office/drawing/2014/main" id="{77738BDE-751F-4D4C-B4C4-C9DF3EA291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6200000" flipH="1" flipV="1">
              <a:off x="1658407" y="3186902"/>
              <a:ext cx="304800" cy="1544638"/>
            </a:xfrm>
            <a:custGeom>
              <a:avLst/>
              <a:gdLst/>
              <a:ahLst/>
              <a:cxnLst/>
              <a:rect l="0" t="0" r="r" b="b"/>
              <a:pathLst>
                <a:path w="192" h="973">
                  <a:moveTo>
                    <a:pt x="15" y="973"/>
                  </a:moveTo>
                  <a:lnTo>
                    <a:pt x="0" y="973"/>
                  </a:lnTo>
                  <a:lnTo>
                    <a:pt x="0" y="790"/>
                  </a:lnTo>
                  <a:lnTo>
                    <a:pt x="174" y="614"/>
                  </a:lnTo>
                  <a:lnTo>
                    <a:pt x="174" y="0"/>
                  </a:lnTo>
                  <a:lnTo>
                    <a:pt x="192" y="0"/>
                  </a:lnTo>
                  <a:lnTo>
                    <a:pt x="192" y="620"/>
                  </a:lnTo>
                  <a:lnTo>
                    <a:pt x="15" y="796"/>
                  </a:lnTo>
                  <a:lnTo>
                    <a:pt x="15" y="973"/>
                  </a:ln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</p:sp>
        <p:sp>
          <p:nvSpPr>
            <p:cNvPr id="86" name="Freeform 35">
              <a:extLst>
                <a:ext uri="{FF2B5EF4-FFF2-40B4-BE49-F238E27FC236}">
                  <a16:creationId xmlns:a16="http://schemas.microsoft.com/office/drawing/2014/main" id="{9C8C4AD6-72BF-490C-963C-97C7FD7E7E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6200000" flipH="1">
              <a:off x="1860814" y="2715153"/>
              <a:ext cx="298450" cy="1154113"/>
            </a:xfrm>
            <a:custGeom>
              <a:avLst/>
              <a:gdLst/>
              <a:ahLst/>
              <a:cxnLst/>
              <a:rect l="0" t="0" r="r" b="b"/>
              <a:pathLst>
                <a:path w="188" h="727">
                  <a:moveTo>
                    <a:pt x="15" y="727"/>
                  </a:moveTo>
                  <a:lnTo>
                    <a:pt x="0" y="727"/>
                  </a:lnTo>
                  <a:lnTo>
                    <a:pt x="0" y="407"/>
                  </a:lnTo>
                  <a:lnTo>
                    <a:pt x="0" y="407"/>
                  </a:lnTo>
                  <a:lnTo>
                    <a:pt x="176" y="0"/>
                  </a:lnTo>
                  <a:lnTo>
                    <a:pt x="188" y="6"/>
                  </a:lnTo>
                  <a:lnTo>
                    <a:pt x="15" y="410"/>
                  </a:lnTo>
                  <a:lnTo>
                    <a:pt x="15" y="727"/>
                  </a:ln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</p:sp>
        <p:sp>
          <p:nvSpPr>
            <p:cNvPr id="87" name="Freeform 36">
              <a:extLst>
                <a:ext uri="{FF2B5EF4-FFF2-40B4-BE49-F238E27FC236}">
                  <a16:creationId xmlns:a16="http://schemas.microsoft.com/office/drawing/2014/main" id="{94990E31-5AA8-4502-A963-CE1B539DAC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6200000" flipH="1">
              <a:off x="1289314" y="3385079"/>
              <a:ext cx="157163" cy="155575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5"/>
                    <a:pt x="0" y="16"/>
                  </a:cubicBezTo>
                  <a:cubicBezTo>
                    <a:pt x="0" y="7"/>
                    <a:pt x="8" y="0"/>
                    <a:pt x="17" y="0"/>
                  </a:cubicBezTo>
                  <a:cubicBezTo>
                    <a:pt x="26" y="0"/>
                    <a:pt x="33" y="7"/>
                    <a:pt x="33" y="16"/>
                  </a:cubicBezTo>
                  <a:cubicBezTo>
                    <a:pt x="33" y="25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9"/>
                    <a:pt x="4" y="16"/>
                  </a:cubicBezTo>
                  <a:cubicBezTo>
                    <a:pt x="4" y="23"/>
                    <a:pt x="10" y="29"/>
                    <a:pt x="17" y="29"/>
                  </a:cubicBezTo>
                  <a:cubicBezTo>
                    <a:pt x="23" y="29"/>
                    <a:pt x="29" y="23"/>
                    <a:pt x="29" y="16"/>
                  </a:cubicBezTo>
                  <a:cubicBezTo>
                    <a:pt x="29" y="9"/>
                    <a:pt x="23" y="4"/>
                    <a:pt x="17" y="4"/>
                  </a:cubicBez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</p:sp>
        <p:sp>
          <p:nvSpPr>
            <p:cNvPr id="88" name="Freeform 38">
              <a:extLst>
                <a:ext uri="{FF2B5EF4-FFF2-40B4-BE49-F238E27FC236}">
                  <a16:creationId xmlns:a16="http://schemas.microsoft.com/office/drawing/2014/main" id="{9E703E9D-ED76-449C-A8C0-7A1E24B8B2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6200000" flipH="1">
              <a:off x="605895" y="3247760"/>
              <a:ext cx="188913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</p:sp>
        <p:sp>
          <p:nvSpPr>
            <p:cNvPr id="89" name="Freeform 39">
              <a:extLst>
                <a:ext uri="{FF2B5EF4-FFF2-40B4-BE49-F238E27FC236}">
                  <a16:creationId xmlns:a16="http://schemas.microsoft.com/office/drawing/2014/main" id="{C70A75E8-C815-4CCF-ABEE-83F19BFE05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6200000" flipH="1">
              <a:off x="1532202" y="2305578"/>
              <a:ext cx="307975" cy="1801813"/>
            </a:xfrm>
            <a:custGeom>
              <a:avLst/>
              <a:gdLst/>
              <a:ahLst/>
              <a:cxnLst/>
              <a:rect l="0" t="0" r="r" b="b"/>
              <a:pathLst>
                <a:path w="194" h="1135">
                  <a:moveTo>
                    <a:pt x="18" y="1135"/>
                  </a:moveTo>
                  <a:lnTo>
                    <a:pt x="0" y="1135"/>
                  </a:lnTo>
                  <a:lnTo>
                    <a:pt x="0" y="354"/>
                  </a:lnTo>
                  <a:lnTo>
                    <a:pt x="176" y="177"/>
                  </a:lnTo>
                  <a:lnTo>
                    <a:pt x="176" y="0"/>
                  </a:lnTo>
                  <a:lnTo>
                    <a:pt x="194" y="0"/>
                  </a:lnTo>
                  <a:lnTo>
                    <a:pt x="194" y="183"/>
                  </a:lnTo>
                  <a:lnTo>
                    <a:pt x="18" y="360"/>
                  </a:lnTo>
                  <a:lnTo>
                    <a:pt x="18" y="1135"/>
                  </a:ln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</p:sp>
        <p:sp>
          <p:nvSpPr>
            <p:cNvPr id="90" name="Freeform 40">
              <a:extLst>
                <a:ext uri="{FF2B5EF4-FFF2-40B4-BE49-F238E27FC236}">
                  <a16:creationId xmlns:a16="http://schemas.microsoft.com/office/drawing/2014/main" id="{E15638E1-6A92-4D31-A034-853A65A754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6200000" flipH="1">
              <a:off x="2154501" y="346127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</p:sp>
        <p:sp>
          <p:nvSpPr>
            <p:cNvPr id="91" name="Rectangle 41">
              <a:extLst>
                <a:ext uri="{FF2B5EF4-FFF2-40B4-BE49-F238E27FC236}">
                  <a16:creationId xmlns:a16="http://schemas.microsoft.com/office/drawing/2014/main" id="{EA3E8D58-D52B-4300-8A50-5696430D1A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6200000" flipH="1">
              <a:off x="2448983" y="3436672"/>
              <a:ext cx="23813" cy="252413"/>
            </a:xfrm>
            <a:prstGeom prst="rect">
              <a:avLst/>
            </a:pr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6B166F45-B532-47B5-BA6D-5899DB5CD9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7000" y="2991510"/>
            <a:ext cx="6858000" cy="832994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4000" dirty="0" err="1">
                <a:solidFill>
                  <a:srgbClr val="FFFFFF"/>
                </a:solidFill>
              </a:rPr>
              <a:t>uso</a:t>
            </a:r>
            <a:r>
              <a:rPr lang="en-US" sz="4000" dirty="0">
                <a:solidFill>
                  <a:srgbClr val="FFFFFF"/>
                </a:solidFill>
              </a:rPr>
              <a:t> NO </a:t>
            </a:r>
            <a:r>
              <a:rPr lang="en-US" sz="4000" dirty="0" err="1">
                <a:solidFill>
                  <a:srgbClr val="FFFFFF"/>
                </a:solidFill>
              </a:rPr>
              <a:t>dia</a:t>
            </a:r>
            <a:r>
              <a:rPr lang="en-US" sz="4000" dirty="0">
                <a:solidFill>
                  <a:srgbClr val="FFFFFF"/>
                </a:solidFill>
              </a:rPr>
              <a:t> a </a:t>
            </a:r>
            <a:r>
              <a:rPr lang="en-US" sz="4000" dirty="0" err="1">
                <a:solidFill>
                  <a:srgbClr val="FFFFFF"/>
                </a:solidFill>
              </a:rPr>
              <a:t>dia</a:t>
            </a:r>
            <a:endParaRPr lang="en-US" sz="40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51924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48000"/>
                <a:hueMod val="106000"/>
                <a:satMod val="140000"/>
                <a:lumMod val="42000"/>
              </a:schemeClr>
              <a:schemeClr val="bg2">
                <a:tint val="98000"/>
                <a:hueMod val="92000"/>
                <a:satMod val="220000"/>
                <a:lumMod val="9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" name="Picture 2">
            <a:extLst>
              <a:ext uri="{FF2B5EF4-FFF2-40B4-BE49-F238E27FC236}">
                <a16:creationId xmlns:a16="http://schemas.microsoft.com/office/drawing/2014/main" id="{64FEDBE8-2806-4C1F-AE4F-70CF8B9DD9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27" name="Group 18">
            <a:extLst>
              <a:ext uri="{FF2B5EF4-FFF2-40B4-BE49-F238E27FC236}">
                <a16:creationId xmlns:a16="http://schemas.microsoft.com/office/drawing/2014/main" id="{903038AC-3A7E-40FE-9E0F-C163441C30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sp>
          <p:nvSpPr>
            <p:cNvPr id="20" name="Rectangle 5">
              <a:extLst>
                <a:ext uri="{FF2B5EF4-FFF2-40B4-BE49-F238E27FC236}">
                  <a16:creationId xmlns:a16="http://schemas.microsoft.com/office/drawing/2014/main" id="{42739928-BB03-4507-A183-3DFEF05C46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21" name="Freeform 6">
              <a:extLst>
                <a:ext uri="{FF2B5EF4-FFF2-40B4-BE49-F238E27FC236}">
                  <a16:creationId xmlns:a16="http://schemas.microsoft.com/office/drawing/2014/main" id="{03768878-A303-4884-B819-C6E75B08AC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7">
              <a:extLst>
                <a:ext uri="{FF2B5EF4-FFF2-40B4-BE49-F238E27FC236}">
                  <a16:creationId xmlns:a16="http://schemas.microsoft.com/office/drawing/2014/main" id="{FB9A025D-D38C-4A88-BBFD-7E91C8A2066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Rectangle 8">
              <a:extLst>
                <a:ext uri="{FF2B5EF4-FFF2-40B4-BE49-F238E27FC236}">
                  <a16:creationId xmlns:a16="http://schemas.microsoft.com/office/drawing/2014/main" id="{C3072434-DB5F-4A42-BD18-84BFB03DEA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24" name="Freeform 9">
              <a:extLst>
                <a:ext uri="{FF2B5EF4-FFF2-40B4-BE49-F238E27FC236}">
                  <a16:creationId xmlns:a16="http://schemas.microsoft.com/office/drawing/2014/main" id="{2711C304-4B91-4428-9F28-DBE3AB3369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0">
              <a:extLst>
                <a:ext uri="{FF2B5EF4-FFF2-40B4-BE49-F238E27FC236}">
                  <a16:creationId xmlns:a16="http://schemas.microsoft.com/office/drawing/2014/main" id="{2EE76920-F2A9-4B70-BE46-F3068C5116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1">
              <a:extLst>
                <a:ext uri="{FF2B5EF4-FFF2-40B4-BE49-F238E27FC236}">
                  <a16:creationId xmlns:a16="http://schemas.microsoft.com/office/drawing/2014/main" id="{59824449-B3F1-4FC6-BA3E-5E38B70E7F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12">
              <a:extLst>
                <a:ext uri="{FF2B5EF4-FFF2-40B4-BE49-F238E27FC236}">
                  <a16:creationId xmlns:a16="http://schemas.microsoft.com/office/drawing/2014/main" id="{B7F73E8D-4EA5-4663-8639-A2930A5AC6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13">
              <a:extLst>
                <a:ext uri="{FF2B5EF4-FFF2-40B4-BE49-F238E27FC236}">
                  <a16:creationId xmlns:a16="http://schemas.microsoft.com/office/drawing/2014/main" id="{80304B29-076C-4F26-BE50-8FC6552E37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14">
              <a:extLst>
                <a:ext uri="{FF2B5EF4-FFF2-40B4-BE49-F238E27FC236}">
                  <a16:creationId xmlns:a16="http://schemas.microsoft.com/office/drawing/2014/main" id="{8BE5AC8B-83C5-4763-A087-8477C5F396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15">
              <a:extLst>
                <a:ext uri="{FF2B5EF4-FFF2-40B4-BE49-F238E27FC236}">
                  <a16:creationId xmlns:a16="http://schemas.microsoft.com/office/drawing/2014/main" id="{7D50C9C5-1768-4B91-9B0B-6040F222D2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16">
              <a:extLst>
                <a:ext uri="{FF2B5EF4-FFF2-40B4-BE49-F238E27FC236}">
                  <a16:creationId xmlns:a16="http://schemas.microsoft.com/office/drawing/2014/main" id="{AA84369D-36BD-4162-8A91-DA0FDC51E0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17">
              <a:extLst>
                <a:ext uri="{FF2B5EF4-FFF2-40B4-BE49-F238E27FC236}">
                  <a16:creationId xmlns:a16="http://schemas.microsoft.com/office/drawing/2014/main" id="{F13FE26D-857B-4891-AEDA-C728F91962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18">
              <a:extLst>
                <a:ext uri="{FF2B5EF4-FFF2-40B4-BE49-F238E27FC236}">
                  <a16:creationId xmlns:a16="http://schemas.microsoft.com/office/drawing/2014/main" id="{AEC93F37-B06B-436A-992C-A443839922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19">
              <a:extLst>
                <a:ext uri="{FF2B5EF4-FFF2-40B4-BE49-F238E27FC236}">
                  <a16:creationId xmlns:a16="http://schemas.microsoft.com/office/drawing/2014/main" id="{8CF8D8A9-5565-4931-A429-8024282BA5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0">
              <a:extLst>
                <a:ext uri="{FF2B5EF4-FFF2-40B4-BE49-F238E27FC236}">
                  <a16:creationId xmlns:a16="http://schemas.microsoft.com/office/drawing/2014/main" id="{343435D3-5C31-4EE8-85BE-9ABBFF6EB8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1">
              <a:extLst>
                <a:ext uri="{FF2B5EF4-FFF2-40B4-BE49-F238E27FC236}">
                  <a16:creationId xmlns:a16="http://schemas.microsoft.com/office/drawing/2014/main" id="{DFDA7E40-E273-4EA5-B0DA-4FC692C01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22">
              <a:extLst>
                <a:ext uri="{FF2B5EF4-FFF2-40B4-BE49-F238E27FC236}">
                  <a16:creationId xmlns:a16="http://schemas.microsoft.com/office/drawing/2014/main" id="{6185B8F2-C9DF-4C99-AA74-DB3F7E8119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23">
              <a:extLst>
                <a:ext uri="{FF2B5EF4-FFF2-40B4-BE49-F238E27FC236}">
                  <a16:creationId xmlns:a16="http://schemas.microsoft.com/office/drawing/2014/main" id="{E26DD09A-0E9C-4ACD-8B5C-4631198365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24">
              <a:extLst>
                <a:ext uri="{FF2B5EF4-FFF2-40B4-BE49-F238E27FC236}">
                  <a16:creationId xmlns:a16="http://schemas.microsoft.com/office/drawing/2014/main" id="{DD9A6B8B-EFFC-47D4-9315-AB010FF79F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Freeform 25">
              <a:extLst>
                <a:ext uri="{FF2B5EF4-FFF2-40B4-BE49-F238E27FC236}">
                  <a16:creationId xmlns:a16="http://schemas.microsoft.com/office/drawing/2014/main" id="{220B7C86-A714-4636-9B54-3D9AA312D4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1" name="Freeform 26">
              <a:extLst>
                <a:ext uri="{FF2B5EF4-FFF2-40B4-BE49-F238E27FC236}">
                  <a16:creationId xmlns:a16="http://schemas.microsoft.com/office/drawing/2014/main" id="{1E393736-F0C0-480D-936E-89123D8341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27">
              <a:extLst>
                <a:ext uri="{FF2B5EF4-FFF2-40B4-BE49-F238E27FC236}">
                  <a16:creationId xmlns:a16="http://schemas.microsoft.com/office/drawing/2014/main" id="{88CC464E-9DE0-40C4-BD15-1FC310F23E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28">
              <a:extLst>
                <a:ext uri="{FF2B5EF4-FFF2-40B4-BE49-F238E27FC236}">
                  <a16:creationId xmlns:a16="http://schemas.microsoft.com/office/drawing/2014/main" id="{0D22C32B-DDA8-4C05-AA64-2044297E53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29">
              <a:extLst>
                <a:ext uri="{FF2B5EF4-FFF2-40B4-BE49-F238E27FC236}">
                  <a16:creationId xmlns:a16="http://schemas.microsoft.com/office/drawing/2014/main" id="{31624052-391E-49DB-87C6-2270FC2B62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0">
              <a:extLst>
                <a:ext uri="{FF2B5EF4-FFF2-40B4-BE49-F238E27FC236}">
                  <a16:creationId xmlns:a16="http://schemas.microsoft.com/office/drawing/2014/main" id="{0F81F1D4-61CD-492F-B3A7-7D8591070E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1">
              <a:extLst>
                <a:ext uri="{FF2B5EF4-FFF2-40B4-BE49-F238E27FC236}">
                  <a16:creationId xmlns:a16="http://schemas.microsoft.com/office/drawing/2014/main" id="{BDE42EF2-7DE1-4378-9975-3EFD81B112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32">
              <a:extLst>
                <a:ext uri="{FF2B5EF4-FFF2-40B4-BE49-F238E27FC236}">
                  <a16:creationId xmlns:a16="http://schemas.microsoft.com/office/drawing/2014/main" id="{6D93E0F4-DC60-4B80-9FA8-C94663F8C9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Rectangle 33">
              <a:extLst>
                <a:ext uri="{FF2B5EF4-FFF2-40B4-BE49-F238E27FC236}">
                  <a16:creationId xmlns:a16="http://schemas.microsoft.com/office/drawing/2014/main" id="{81E6565A-A31D-493E-B3F9-453B36E6D3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9" name="Freeform 34">
              <a:extLst>
                <a:ext uri="{FF2B5EF4-FFF2-40B4-BE49-F238E27FC236}">
                  <a16:creationId xmlns:a16="http://schemas.microsoft.com/office/drawing/2014/main" id="{734E4A27-D9A1-4792-91A0-85E9F53BF0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35">
              <a:extLst>
                <a:ext uri="{FF2B5EF4-FFF2-40B4-BE49-F238E27FC236}">
                  <a16:creationId xmlns:a16="http://schemas.microsoft.com/office/drawing/2014/main" id="{8DD4AA55-E9EE-4FA4-A1FB-355F56ED1C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36">
              <a:extLst>
                <a:ext uri="{FF2B5EF4-FFF2-40B4-BE49-F238E27FC236}">
                  <a16:creationId xmlns:a16="http://schemas.microsoft.com/office/drawing/2014/main" id="{8B8A270A-AEF3-48E9-9CDF-CCAFFD26A7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Freeform 37">
              <a:extLst>
                <a:ext uri="{FF2B5EF4-FFF2-40B4-BE49-F238E27FC236}">
                  <a16:creationId xmlns:a16="http://schemas.microsoft.com/office/drawing/2014/main" id="{F93B2048-063C-4EF4-B85E-B1364144F1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3" name="Freeform 38">
              <a:extLst>
                <a:ext uri="{FF2B5EF4-FFF2-40B4-BE49-F238E27FC236}">
                  <a16:creationId xmlns:a16="http://schemas.microsoft.com/office/drawing/2014/main" id="{D765F218-C9B1-4421-AEE8-DEC14F9FB7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39">
              <a:extLst>
                <a:ext uri="{FF2B5EF4-FFF2-40B4-BE49-F238E27FC236}">
                  <a16:creationId xmlns:a16="http://schemas.microsoft.com/office/drawing/2014/main" id="{41AC29F5-8732-49E7-AD07-EAD7DCFCEC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0">
              <a:extLst>
                <a:ext uri="{FF2B5EF4-FFF2-40B4-BE49-F238E27FC236}">
                  <a16:creationId xmlns:a16="http://schemas.microsoft.com/office/drawing/2014/main" id="{BAA6B501-5372-43B0-BA92-DFC4B74765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1">
              <a:extLst>
                <a:ext uri="{FF2B5EF4-FFF2-40B4-BE49-F238E27FC236}">
                  <a16:creationId xmlns:a16="http://schemas.microsoft.com/office/drawing/2014/main" id="{9F0C73BE-C3AD-4203-A430-9C8D7AC701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42">
              <a:extLst>
                <a:ext uri="{FF2B5EF4-FFF2-40B4-BE49-F238E27FC236}">
                  <a16:creationId xmlns:a16="http://schemas.microsoft.com/office/drawing/2014/main" id="{07DA644C-1065-46BB-BE2E-06597C41FA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43">
              <a:extLst>
                <a:ext uri="{FF2B5EF4-FFF2-40B4-BE49-F238E27FC236}">
                  <a16:creationId xmlns:a16="http://schemas.microsoft.com/office/drawing/2014/main" id="{0848A482-7465-4981-8F78-6A8CBAC496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44">
              <a:extLst>
                <a:ext uri="{FF2B5EF4-FFF2-40B4-BE49-F238E27FC236}">
                  <a16:creationId xmlns:a16="http://schemas.microsoft.com/office/drawing/2014/main" id="{97150FE4-2506-4D48-9572-FA764D1769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Rectangle 45">
              <a:extLst>
                <a:ext uri="{FF2B5EF4-FFF2-40B4-BE49-F238E27FC236}">
                  <a16:creationId xmlns:a16="http://schemas.microsoft.com/office/drawing/2014/main" id="{DE5E10BE-79BF-476B-900A-AC55673EA2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61" name="Freeform 46">
              <a:extLst>
                <a:ext uri="{FF2B5EF4-FFF2-40B4-BE49-F238E27FC236}">
                  <a16:creationId xmlns:a16="http://schemas.microsoft.com/office/drawing/2014/main" id="{3C416096-D815-46D4-A5DD-F104D37348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47">
              <a:extLst>
                <a:ext uri="{FF2B5EF4-FFF2-40B4-BE49-F238E27FC236}">
                  <a16:creationId xmlns:a16="http://schemas.microsoft.com/office/drawing/2014/main" id="{40CE25CD-F70E-4100-AD49-E300774AA4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48">
              <a:extLst>
                <a:ext uri="{FF2B5EF4-FFF2-40B4-BE49-F238E27FC236}">
                  <a16:creationId xmlns:a16="http://schemas.microsoft.com/office/drawing/2014/main" id="{7C0180BA-2C5D-43D4-8AFB-A7F3449B08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49">
              <a:extLst>
                <a:ext uri="{FF2B5EF4-FFF2-40B4-BE49-F238E27FC236}">
                  <a16:creationId xmlns:a16="http://schemas.microsoft.com/office/drawing/2014/main" id="{74C21852-25EC-4FE9-B1F4-76B09BADEC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0">
              <a:extLst>
                <a:ext uri="{FF2B5EF4-FFF2-40B4-BE49-F238E27FC236}">
                  <a16:creationId xmlns:a16="http://schemas.microsoft.com/office/drawing/2014/main" id="{FAABD128-A900-4E13-A9D7-EBECEA209D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6" name="Freeform 51">
              <a:extLst>
                <a:ext uri="{FF2B5EF4-FFF2-40B4-BE49-F238E27FC236}">
                  <a16:creationId xmlns:a16="http://schemas.microsoft.com/office/drawing/2014/main" id="{A733C420-2ADC-4FBD-8C96-B4474D54AB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7" name="Freeform 52">
              <a:extLst>
                <a:ext uri="{FF2B5EF4-FFF2-40B4-BE49-F238E27FC236}">
                  <a16:creationId xmlns:a16="http://schemas.microsoft.com/office/drawing/2014/main" id="{A4973B2F-CFDE-4A9D-B2F7-AEE5CA717C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8" name="Freeform 53">
              <a:extLst>
                <a:ext uri="{FF2B5EF4-FFF2-40B4-BE49-F238E27FC236}">
                  <a16:creationId xmlns:a16="http://schemas.microsoft.com/office/drawing/2014/main" id="{3CD8DD0C-F680-40E5-B71F-CC568777FF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9" name="Freeform 54">
              <a:extLst>
                <a:ext uri="{FF2B5EF4-FFF2-40B4-BE49-F238E27FC236}">
                  <a16:creationId xmlns:a16="http://schemas.microsoft.com/office/drawing/2014/main" id="{93EEE97A-A080-4E6D-9606-4FBAC34707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0" name="Freeform 55">
              <a:extLst>
                <a:ext uri="{FF2B5EF4-FFF2-40B4-BE49-F238E27FC236}">
                  <a16:creationId xmlns:a16="http://schemas.microsoft.com/office/drawing/2014/main" id="{70FAD47B-95C1-4270-8521-1159369C2F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1" name="Freeform 56">
              <a:extLst>
                <a:ext uri="{FF2B5EF4-FFF2-40B4-BE49-F238E27FC236}">
                  <a16:creationId xmlns:a16="http://schemas.microsoft.com/office/drawing/2014/main" id="{1CACBA6B-64D5-485A-B919-238AB4F63D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2" name="Freeform 57">
              <a:extLst>
                <a:ext uri="{FF2B5EF4-FFF2-40B4-BE49-F238E27FC236}">
                  <a16:creationId xmlns:a16="http://schemas.microsoft.com/office/drawing/2014/main" id="{39F2BCD9-C2FF-4619-B385-DF9F0D7D6B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3" name="Freeform 58">
              <a:extLst>
                <a:ext uri="{FF2B5EF4-FFF2-40B4-BE49-F238E27FC236}">
                  <a16:creationId xmlns:a16="http://schemas.microsoft.com/office/drawing/2014/main" id="{3A713FF8-1B40-43A7-BC03-24D50919C0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128" name="Round Single Corner Rectangle 4">
            <a:extLst>
              <a:ext uri="{FF2B5EF4-FFF2-40B4-BE49-F238E27FC236}">
                <a16:creationId xmlns:a16="http://schemas.microsoft.com/office/drawing/2014/main" id="{A325B2B0-E250-4D54-BC82-62367AE2E5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64541" y="636678"/>
            <a:ext cx="3415770" cy="3601835"/>
          </a:xfrm>
          <a:prstGeom prst="round1Rect">
            <a:avLst>
              <a:gd name="adj" fmla="val 9975"/>
            </a:avLst>
          </a:prstGeom>
          <a:solidFill>
            <a:srgbClr val="FFFFFF"/>
          </a:solidFill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5452CE8F-97C0-4959-AE76-B5677E2A7C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5717" y="1050886"/>
            <a:ext cx="2773419" cy="2773419"/>
          </a:xfrm>
          <a:prstGeom prst="rect">
            <a:avLst/>
          </a:prstGeom>
        </p:spPr>
      </p:pic>
      <p:sp>
        <p:nvSpPr>
          <p:cNvPr id="77" name="Round Diagonal Corner Rectangle 18">
            <a:extLst>
              <a:ext uri="{FF2B5EF4-FFF2-40B4-BE49-F238E27FC236}">
                <a16:creationId xmlns:a16="http://schemas.microsoft.com/office/drawing/2014/main" id="{F739BA81-9EB3-4AB3-8C4A-7AB7417E44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06909" y="639965"/>
            <a:ext cx="3415769" cy="3598548"/>
          </a:xfrm>
          <a:prstGeom prst="round2DiagRect">
            <a:avLst>
              <a:gd name="adj1" fmla="val 0"/>
              <a:gd name="adj2" fmla="val 0"/>
            </a:avLst>
          </a:prstGeom>
          <a:solidFill>
            <a:srgbClr val="FFFFFF"/>
          </a:solidFill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F275E415-41EE-4788-8429-7E2D9333FDC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28084" y="1524011"/>
            <a:ext cx="2773419" cy="1830456"/>
          </a:xfrm>
          <a:prstGeom prst="rect">
            <a:avLst/>
          </a:prstGeom>
        </p:spPr>
      </p:pic>
      <p:sp>
        <p:nvSpPr>
          <p:cNvPr id="79" name="Round Single Corner Rectangle 22">
            <a:extLst>
              <a:ext uri="{FF2B5EF4-FFF2-40B4-BE49-F238E27FC236}">
                <a16:creationId xmlns:a16="http://schemas.microsoft.com/office/drawing/2014/main" id="{7F8E154D-E2E2-475B-AF5E-EA24D79120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8146844" y="644263"/>
            <a:ext cx="3415770" cy="3601835"/>
          </a:xfrm>
          <a:prstGeom prst="round1Rect">
            <a:avLst>
              <a:gd name="adj" fmla="val 9975"/>
            </a:avLst>
          </a:prstGeom>
          <a:solidFill>
            <a:srgbClr val="FFFFFF"/>
          </a:solidFill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ABC8BFE9-0242-482D-B7FF-F7FD31A9080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68020" y="1665156"/>
            <a:ext cx="2773419" cy="1560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601909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48000"/>
                <a:hueMod val="106000"/>
                <a:satMod val="140000"/>
                <a:lumMod val="42000"/>
              </a:schemeClr>
              <a:schemeClr val="bg2">
                <a:tint val="98000"/>
                <a:hueMod val="92000"/>
                <a:satMod val="220000"/>
                <a:lumMod val="9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">
            <a:extLst>
              <a:ext uri="{FF2B5EF4-FFF2-40B4-BE49-F238E27FC236}">
                <a16:creationId xmlns:a16="http://schemas.microsoft.com/office/drawing/2014/main" id="{64FEDBE8-2806-4C1F-AE4F-70CF8B9DD9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3" name="Group 22">
            <a:extLst>
              <a:ext uri="{FF2B5EF4-FFF2-40B4-BE49-F238E27FC236}">
                <a16:creationId xmlns:a16="http://schemas.microsoft.com/office/drawing/2014/main" id="{903038AC-3A7E-40FE-9E0F-C163441C30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sp>
          <p:nvSpPr>
            <p:cNvPr id="24" name="Rectangle 5">
              <a:extLst>
                <a:ext uri="{FF2B5EF4-FFF2-40B4-BE49-F238E27FC236}">
                  <a16:creationId xmlns:a16="http://schemas.microsoft.com/office/drawing/2014/main" id="{42739928-BB03-4507-A183-3DFEF05C46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25" name="Freeform 6">
              <a:extLst>
                <a:ext uri="{FF2B5EF4-FFF2-40B4-BE49-F238E27FC236}">
                  <a16:creationId xmlns:a16="http://schemas.microsoft.com/office/drawing/2014/main" id="{03768878-A303-4884-B819-C6E75B08AC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7">
              <a:extLst>
                <a:ext uri="{FF2B5EF4-FFF2-40B4-BE49-F238E27FC236}">
                  <a16:creationId xmlns:a16="http://schemas.microsoft.com/office/drawing/2014/main" id="{FB9A025D-D38C-4A88-BBFD-7E91C8A2066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Rectangle 8">
              <a:extLst>
                <a:ext uri="{FF2B5EF4-FFF2-40B4-BE49-F238E27FC236}">
                  <a16:creationId xmlns:a16="http://schemas.microsoft.com/office/drawing/2014/main" id="{C3072434-DB5F-4A42-BD18-84BFB03DEA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28" name="Freeform 9">
              <a:extLst>
                <a:ext uri="{FF2B5EF4-FFF2-40B4-BE49-F238E27FC236}">
                  <a16:creationId xmlns:a16="http://schemas.microsoft.com/office/drawing/2014/main" id="{2711C304-4B91-4428-9F28-DBE3AB3369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10">
              <a:extLst>
                <a:ext uri="{FF2B5EF4-FFF2-40B4-BE49-F238E27FC236}">
                  <a16:creationId xmlns:a16="http://schemas.microsoft.com/office/drawing/2014/main" id="{2EE76920-F2A9-4B70-BE46-F3068C5116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11">
              <a:extLst>
                <a:ext uri="{FF2B5EF4-FFF2-40B4-BE49-F238E27FC236}">
                  <a16:creationId xmlns:a16="http://schemas.microsoft.com/office/drawing/2014/main" id="{59824449-B3F1-4FC6-BA3E-5E38B70E7F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12">
              <a:extLst>
                <a:ext uri="{FF2B5EF4-FFF2-40B4-BE49-F238E27FC236}">
                  <a16:creationId xmlns:a16="http://schemas.microsoft.com/office/drawing/2014/main" id="{B7F73E8D-4EA5-4663-8639-A2930A5AC6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13">
              <a:extLst>
                <a:ext uri="{FF2B5EF4-FFF2-40B4-BE49-F238E27FC236}">
                  <a16:creationId xmlns:a16="http://schemas.microsoft.com/office/drawing/2014/main" id="{80304B29-076C-4F26-BE50-8FC6552E37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14">
              <a:extLst>
                <a:ext uri="{FF2B5EF4-FFF2-40B4-BE49-F238E27FC236}">
                  <a16:creationId xmlns:a16="http://schemas.microsoft.com/office/drawing/2014/main" id="{8BE5AC8B-83C5-4763-A087-8477C5F396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15">
              <a:extLst>
                <a:ext uri="{FF2B5EF4-FFF2-40B4-BE49-F238E27FC236}">
                  <a16:creationId xmlns:a16="http://schemas.microsoft.com/office/drawing/2014/main" id="{7D50C9C5-1768-4B91-9B0B-6040F222D2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16">
              <a:extLst>
                <a:ext uri="{FF2B5EF4-FFF2-40B4-BE49-F238E27FC236}">
                  <a16:creationId xmlns:a16="http://schemas.microsoft.com/office/drawing/2014/main" id="{AA84369D-36BD-4162-8A91-DA0FDC51E0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17">
              <a:extLst>
                <a:ext uri="{FF2B5EF4-FFF2-40B4-BE49-F238E27FC236}">
                  <a16:creationId xmlns:a16="http://schemas.microsoft.com/office/drawing/2014/main" id="{F13FE26D-857B-4891-AEDA-C728F91962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18">
              <a:extLst>
                <a:ext uri="{FF2B5EF4-FFF2-40B4-BE49-F238E27FC236}">
                  <a16:creationId xmlns:a16="http://schemas.microsoft.com/office/drawing/2014/main" id="{AEC93F37-B06B-436A-992C-A443839922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19">
              <a:extLst>
                <a:ext uri="{FF2B5EF4-FFF2-40B4-BE49-F238E27FC236}">
                  <a16:creationId xmlns:a16="http://schemas.microsoft.com/office/drawing/2014/main" id="{8CF8D8A9-5565-4931-A429-8024282BA5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20">
              <a:extLst>
                <a:ext uri="{FF2B5EF4-FFF2-40B4-BE49-F238E27FC236}">
                  <a16:creationId xmlns:a16="http://schemas.microsoft.com/office/drawing/2014/main" id="{343435D3-5C31-4EE8-85BE-9ABBFF6EB8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Freeform 21">
              <a:extLst>
                <a:ext uri="{FF2B5EF4-FFF2-40B4-BE49-F238E27FC236}">
                  <a16:creationId xmlns:a16="http://schemas.microsoft.com/office/drawing/2014/main" id="{DFDA7E40-E273-4EA5-B0DA-4FC692C01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1" name="Freeform 22">
              <a:extLst>
                <a:ext uri="{FF2B5EF4-FFF2-40B4-BE49-F238E27FC236}">
                  <a16:creationId xmlns:a16="http://schemas.microsoft.com/office/drawing/2014/main" id="{6185B8F2-C9DF-4C99-AA74-DB3F7E8119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23">
              <a:extLst>
                <a:ext uri="{FF2B5EF4-FFF2-40B4-BE49-F238E27FC236}">
                  <a16:creationId xmlns:a16="http://schemas.microsoft.com/office/drawing/2014/main" id="{E26DD09A-0E9C-4ACD-8B5C-4631198365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24">
              <a:extLst>
                <a:ext uri="{FF2B5EF4-FFF2-40B4-BE49-F238E27FC236}">
                  <a16:creationId xmlns:a16="http://schemas.microsoft.com/office/drawing/2014/main" id="{DD9A6B8B-EFFC-47D4-9315-AB010FF79F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25">
              <a:extLst>
                <a:ext uri="{FF2B5EF4-FFF2-40B4-BE49-F238E27FC236}">
                  <a16:creationId xmlns:a16="http://schemas.microsoft.com/office/drawing/2014/main" id="{220B7C86-A714-4636-9B54-3D9AA312D4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26">
              <a:extLst>
                <a:ext uri="{FF2B5EF4-FFF2-40B4-BE49-F238E27FC236}">
                  <a16:creationId xmlns:a16="http://schemas.microsoft.com/office/drawing/2014/main" id="{1E393736-F0C0-480D-936E-89123D8341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27">
              <a:extLst>
                <a:ext uri="{FF2B5EF4-FFF2-40B4-BE49-F238E27FC236}">
                  <a16:creationId xmlns:a16="http://schemas.microsoft.com/office/drawing/2014/main" id="{88CC464E-9DE0-40C4-BD15-1FC310F23E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28">
              <a:extLst>
                <a:ext uri="{FF2B5EF4-FFF2-40B4-BE49-F238E27FC236}">
                  <a16:creationId xmlns:a16="http://schemas.microsoft.com/office/drawing/2014/main" id="{0D22C32B-DDA8-4C05-AA64-2044297E53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29">
              <a:extLst>
                <a:ext uri="{FF2B5EF4-FFF2-40B4-BE49-F238E27FC236}">
                  <a16:creationId xmlns:a16="http://schemas.microsoft.com/office/drawing/2014/main" id="{31624052-391E-49DB-87C6-2270FC2B62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30">
              <a:extLst>
                <a:ext uri="{FF2B5EF4-FFF2-40B4-BE49-F238E27FC236}">
                  <a16:creationId xmlns:a16="http://schemas.microsoft.com/office/drawing/2014/main" id="{0F81F1D4-61CD-492F-B3A7-7D8591070E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31">
              <a:extLst>
                <a:ext uri="{FF2B5EF4-FFF2-40B4-BE49-F238E27FC236}">
                  <a16:creationId xmlns:a16="http://schemas.microsoft.com/office/drawing/2014/main" id="{BDE42EF2-7DE1-4378-9975-3EFD81B112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32">
              <a:extLst>
                <a:ext uri="{FF2B5EF4-FFF2-40B4-BE49-F238E27FC236}">
                  <a16:creationId xmlns:a16="http://schemas.microsoft.com/office/drawing/2014/main" id="{6D93E0F4-DC60-4B80-9FA8-C94663F8C9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33">
              <a:extLst>
                <a:ext uri="{FF2B5EF4-FFF2-40B4-BE49-F238E27FC236}">
                  <a16:creationId xmlns:a16="http://schemas.microsoft.com/office/drawing/2014/main" id="{81E6565A-A31D-493E-B3F9-453B36E6D3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34">
              <a:extLst>
                <a:ext uri="{FF2B5EF4-FFF2-40B4-BE49-F238E27FC236}">
                  <a16:creationId xmlns:a16="http://schemas.microsoft.com/office/drawing/2014/main" id="{734E4A27-D9A1-4792-91A0-85E9F53BF0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35">
              <a:extLst>
                <a:ext uri="{FF2B5EF4-FFF2-40B4-BE49-F238E27FC236}">
                  <a16:creationId xmlns:a16="http://schemas.microsoft.com/office/drawing/2014/main" id="{8DD4AA55-E9EE-4FA4-A1FB-355F56ED1C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36">
              <a:extLst>
                <a:ext uri="{FF2B5EF4-FFF2-40B4-BE49-F238E27FC236}">
                  <a16:creationId xmlns:a16="http://schemas.microsoft.com/office/drawing/2014/main" id="{8B8A270A-AEF3-48E9-9CDF-CCAFFD26A7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37">
              <a:extLst>
                <a:ext uri="{FF2B5EF4-FFF2-40B4-BE49-F238E27FC236}">
                  <a16:creationId xmlns:a16="http://schemas.microsoft.com/office/drawing/2014/main" id="{F93B2048-063C-4EF4-B85E-B1364144F1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38">
              <a:extLst>
                <a:ext uri="{FF2B5EF4-FFF2-40B4-BE49-F238E27FC236}">
                  <a16:creationId xmlns:a16="http://schemas.microsoft.com/office/drawing/2014/main" id="{D765F218-C9B1-4421-AEE8-DEC14F9FB7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39">
              <a:extLst>
                <a:ext uri="{FF2B5EF4-FFF2-40B4-BE49-F238E27FC236}">
                  <a16:creationId xmlns:a16="http://schemas.microsoft.com/office/drawing/2014/main" id="{41AC29F5-8732-49E7-AD07-EAD7DCFCEC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40">
              <a:extLst>
                <a:ext uri="{FF2B5EF4-FFF2-40B4-BE49-F238E27FC236}">
                  <a16:creationId xmlns:a16="http://schemas.microsoft.com/office/drawing/2014/main" id="{BAA6B501-5372-43B0-BA92-DFC4B74765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41">
              <a:extLst>
                <a:ext uri="{FF2B5EF4-FFF2-40B4-BE49-F238E27FC236}">
                  <a16:creationId xmlns:a16="http://schemas.microsoft.com/office/drawing/2014/main" id="{9F0C73BE-C3AD-4203-A430-9C8D7AC701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42">
              <a:extLst>
                <a:ext uri="{FF2B5EF4-FFF2-40B4-BE49-F238E27FC236}">
                  <a16:creationId xmlns:a16="http://schemas.microsoft.com/office/drawing/2014/main" id="{07DA644C-1065-46BB-BE2E-06597C41FA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43">
              <a:extLst>
                <a:ext uri="{FF2B5EF4-FFF2-40B4-BE49-F238E27FC236}">
                  <a16:creationId xmlns:a16="http://schemas.microsoft.com/office/drawing/2014/main" id="{0848A482-7465-4981-8F78-6A8CBAC496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44">
              <a:extLst>
                <a:ext uri="{FF2B5EF4-FFF2-40B4-BE49-F238E27FC236}">
                  <a16:creationId xmlns:a16="http://schemas.microsoft.com/office/drawing/2014/main" id="{97150FE4-2506-4D48-9572-FA764D1769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Rectangle 45">
              <a:extLst>
                <a:ext uri="{FF2B5EF4-FFF2-40B4-BE49-F238E27FC236}">
                  <a16:creationId xmlns:a16="http://schemas.microsoft.com/office/drawing/2014/main" id="{DE5E10BE-79BF-476B-900A-AC55673EA2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65" name="Freeform 46">
              <a:extLst>
                <a:ext uri="{FF2B5EF4-FFF2-40B4-BE49-F238E27FC236}">
                  <a16:creationId xmlns:a16="http://schemas.microsoft.com/office/drawing/2014/main" id="{3C416096-D815-46D4-A5DD-F104D37348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6" name="Freeform 47">
              <a:extLst>
                <a:ext uri="{FF2B5EF4-FFF2-40B4-BE49-F238E27FC236}">
                  <a16:creationId xmlns:a16="http://schemas.microsoft.com/office/drawing/2014/main" id="{40CE25CD-F70E-4100-AD49-E300774AA4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7" name="Freeform 48">
              <a:extLst>
                <a:ext uri="{FF2B5EF4-FFF2-40B4-BE49-F238E27FC236}">
                  <a16:creationId xmlns:a16="http://schemas.microsoft.com/office/drawing/2014/main" id="{7C0180BA-2C5D-43D4-8AFB-A7F3449B08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8" name="Freeform 49">
              <a:extLst>
                <a:ext uri="{FF2B5EF4-FFF2-40B4-BE49-F238E27FC236}">
                  <a16:creationId xmlns:a16="http://schemas.microsoft.com/office/drawing/2014/main" id="{74C21852-25EC-4FE9-B1F4-76B09BADEC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9" name="Freeform 50">
              <a:extLst>
                <a:ext uri="{FF2B5EF4-FFF2-40B4-BE49-F238E27FC236}">
                  <a16:creationId xmlns:a16="http://schemas.microsoft.com/office/drawing/2014/main" id="{FAABD128-A900-4E13-A9D7-EBECEA209D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0" name="Freeform 51">
              <a:extLst>
                <a:ext uri="{FF2B5EF4-FFF2-40B4-BE49-F238E27FC236}">
                  <a16:creationId xmlns:a16="http://schemas.microsoft.com/office/drawing/2014/main" id="{A733C420-2ADC-4FBD-8C96-B4474D54AB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1" name="Freeform 52">
              <a:extLst>
                <a:ext uri="{FF2B5EF4-FFF2-40B4-BE49-F238E27FC236}">
                  <a16:creationId xmlns:a16="http://schemas.microsoft.com/office/drawing/2014/main" id="{A4973B2F-CFDE-4A9D-B2F7-AEE5CA717C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2" name="Freeform 53">
              <a:extLst>
                <a:ext uri="{FF2B5EF4-FFF2-40B4-BE49-F238E27FC236}">
                  <a16:creationId xmlns:a16="http://schemas.microsoft.com/office/drawing/2014/main" id="{3CD8DD0C-F680-40E5-B71F-CC568777FF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3" name="Freeform 54">
              <a:extLst>
                <a:ext uri="{FF2B5EF4-FFF2-40B4-BE49-F238E27FC236}">
                  <a16:creationId xmlns:a16="http://schemas.microsoft.com/office/drawing/2014/main" id="{93EEE97A-A080-4E6D-9606-4FBAC34707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4" name="Freeform 55">
              <a:extLst>
                <a:ext uri="{FF2B5EF4-FFF2-40B4-BE49-F238E27FC236}">
                  <a16:creationId xmlns:a16="http://schemas.microsoft.com/office/drawing/2014/main" id="{70FAD47B-95C1-4270-8521-1159369C2F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5" name="Freeform 56">
              <a:extLst>
                <a:ext uri="{FF2B5EF4-FFF2-40B4-BE49-F238E27FC236}">
                  <a16:creationId xmlns:a16="http://schemas.microsoft.com/office/drawing/2014/main" id="{1CACBA6B-64D5-485A-B919-238AB4F63D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6" name="Freeform 57">
              <a:extLst>
                <a:ext uri="{FF2B5EF4-FFF2-40B4-BE49-F238E27FC236}">
                  <a16:creationId xmlns:a16="http://schemas.microsoft.com/office/drawing/2014/main" id="{39F2BCD9-C2FF-4619-B385-DF9F0D7D6B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7" name="Freeform 58">
              <a:extLst>
                <a:ext uri="{FF2B5EF4-FFF2-40B4-BE49-F238E27FC236}">
                  <a16:creationId xmlns:a16="http://schemas.microsoft.com/office/drawing/2014/main" id="{3A713FF8-1B40-43A7-BC03-24D50919C0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79" name="Round Single Corner Rectangle 4">
            <a:extLst>
              <a:ext uri="{FF2B5EF4-FFF2-40B4-BE49-F238E27FC236}">
                <a16:creationId xmlns:a16="http://schemas.microsoft.com/office/drawing/2014/main" id="{A325B2B0-E250-4D54-BC82-62367AE2E5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64541" y="636678"/>
            <a:ext cx="3415770" cy="3601835"/>
          </a:xfrm>
          <a:prstGeom prst="round1Rect">
            <a:avLst>
              <a:gd name="adj" fmla="val 9975"/>
            </a:avLst>
          </a:prstGeom>
          <a:solidFill>
            <a:srgbClr val="FFFFFF"/>
          </a:solidFill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Imagem 15">
            <a:extLst>
              <a:ext uri="{FF2B5EF4-FFF2-40B4-BE49-F238E27FC236}">
                <a16:creationId xmlns:a16="http://schemas.microsoft.com/office/drawing/2014/main" id="{952F7491-B432-437C-9C32-3EC3437A943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5717" y="1050886"/>
            <a:ext cx="2773419" cy="2773419"/>
          </a:xfrm>
          <a:prstGeom prst="rect">
            <a:avLst/>
          </a:prstGeom>
        </p:spPr>
      </p:pic>
      <p:sp>
        <p:nvSpPr>
          <p:cNvPr id="81" name="Round Diagonal Corner Rectangle 18">
            <a:extLst>
              <a:ext uri="{FF2B5EF4-FFF2-40B4-BE49-F238E27FC236}">
                <a16:creationId xmlns:a16="http://schemas.microsoft.com/office/drawing/2014/main" id="{F739BA81-9EB3-4AB3-8C4A-7AB7417E44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06909" y="639965"/>
            <a:ext cx="3415769" cy="3598548"/>
          </a:xfrm>
          <a:prstGeom prst="round2DiagRect">
            <a:avLst>
              <a:gd name="adj1" fmla="val 0"/>
              <a:gd name="adj2" fmla="val 0"/>
            </a:avLst>
          </a:prstGeom>
          <a:solidFill>
            <a:srgbClr val="FFFFFF"/>
          </a:solidFill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Imagem 13">
            <a:extLst>
              <a:ext uri="{FF2B5EF4-FFF2-40B4-BE49-F238E27FC236}">
                <a16:creationId xmlns:a16="http://schemas.microsoft.com/office/drawing/2014/main" id="{BE1D16AB-F716-428A-B5E2-531A233896B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28084" y="1499744"/>
            <a:ext cx="2773419" cy="1878991"/>
          </a:xfrm>
          <a:prstGeom prst="rect">
            <a:avLst/>
          </a:prstGeom>
        </p:spPr>
      </p:pic>
      <p:sp>
        <p:nvSpPr>
          <p:cNvPr id="83" name="Round Single Corner Rectangle 22">
            <a:extLst>
              <a:ext uri="{FF2B5EF4-FFF2-40B4-BE49-F238E27FC236}">
                <a16:creationId xmlns:a16="http://schemas.microsoft.com/office/drawing/2014/main" id="{7F8E154D-E2E2-475B-AF5E-EA24D79120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8146844" y="644263"/>
            <a:ext cx="3415770" cy="3601835"/>
          </a:xfrm>
          <a:prstGeom prst="round1Rect">
            <a:avLst>
              <a:gd name="adj" fmla="val 9975"/>
            </a:avLst>
          </a:prstGeom>
          <a:solidFill>
            <a:srgbClr val="FFFFFF"/>
          </a:solidFill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pic>
        <p:nvPicPr>
          <p:cNvPr id="4" name="Imagem 3" descr="Uma imagem contendo interior&#10;&#10;Descrição gerada automaticamente">
            <a:extLst>
              <a:ext uri="{FF2B5EF4-FFF2-40B4-BE49-F238E27FC236}">
                <a16:creationId xmlns:a16="http://schemas.microsoft.com/office/drawing/2014/main" id="{CC3D33F7-133F-4B70-BB8D-64920B6FD7E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68020" y="1835028"/>
            <a:ext cx="2773419" cy="1220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560883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48000"/>
                <a:hueMod val="106000"/>
                <a:satMod val="140000"/>
                <a:lumMod val="42000"/>
              </a:schemeClr>
              <a:schemeClr val="bg2">
                <a:tint val="98000"/>
                <a:hueMod val="92000"/>
                <a:satMod val="220000"/>
                <a:lumMod val="9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2">
            <a:extLst>
              <a:ext uri="{FF2B5EF4-FFF2-40B4-BE49-F238E27FC236}">
                <a16:creationId xmlns:a16="http://schemas.microsoft.com/office/drawing/2014/main" id="{64FEDBE8-2806-4C1F-AE4F-70CF8B9DD9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3" name="Group 16">
            <a:extLst>
              <a:ext uri="{FF2B5EF4-FFF2-40B4-BE49-F238E27FC236}">
                <a16:creationId xmlns:a16="http://schemas.microsoft.com/office/drawing/2014/main" id="{903038AC-3A7E-40FE-9E0F-C163441C30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sp>
          <p:nvSpPr>
            <p:cNvPr id="18" name="Rectangle 5">
              <a:extLst>
                <a:ext uri="{FF2B5EF4-FFF2-40B4-BE49-F238E27FC236}">
                  <a16:creationId xmlns:a16="http://schemas.microsoft.com/office/drawing/2014/main" id="{42739928-BB03-4507-A183-3DFEF05C46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9" name="Freeform 6">
              <a:extLst>
                <a:ext uri="{FF2B5EF4-FFF2-40B4-BE49-F238E27FC236}">
                  <a16:creationId xmlns:a16="http://schemas.microsoft.com/office/drawing/2014/main" id="{03768878-A303-4884-B819-C6E75B08AC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7">
              <a:extLst>
                <a:ext uri="{FF2B5EF4-FFF2-40B4-BE49-F238E27FC236}">
                  <a16:creationId xmlns:a16="http://schemas.microsoft.com/office/drawing/2014/main" id="{FB9A025D-D38C-4A88-BBFD-7E91C8A2066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Rectangle 8">
              <a:extLst>
                <a:ext uri="{FF2B5EF4-FFF2-40B4-BE49-F238E27FC236}">
                  <a16:creationId xmlns:a16="http://schemas.microsoft.com/office/drawing/2014/main" id="{C3072434-DB5F-4A42-BD18-84BFB03DEA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22" name="Freeform 9">
              <a:extLst>
                <a:ext uri="{FF2B5EF4-FFF2-40B4-BE49-F238E27FC236}">
                  <a16:creationId xmlns:a16="http://schemas.microsoft.com/office/drawing/2014/main" id="{2711C304-4B91-4428-9F28-DBE3AB3369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0">
              <a:extLst>
                <a:ext uri="{FF2B5EF4-FFF2-40B4-BE49-F238E27FC236}">
                  <a16:creationId xmlns:a16="http://schemas.microsoft.com/office/drawing/2014/main" id="{2EE76920-F2A9-4B70-BE46-F3068C5116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1">
              <a:extLst>
                <a:ext uri="{FF2B5EF4-FFF2-40B4-BE49-F238E27FC236}">
                  <a16:creationId xmlns:a16="http://schemas.microsoft.com/office/drawing/2014/main" id="{59824449-B3F1-4FC6-BA3E-5E38B70E7F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2">
              <a:extLst>
                <a:ext uri="{FF2B5EF4-FFF2-40B4-BE49-F238E27FC236}">
                  <a16:creationId xmlns:a16="http://schemas.microsoft.com/office/drawing/2014/main" id="{B7F73E8D-4EA5-4663-8639-A2930A5AC6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3">
              <a:extLst>
                <a:ext uri="{FF2B5EF4-FFF2-40B4-BE49-F238E27FC236}">
                  <a16:creationId xmlns:a16="http://schemas.microsoft.com/office/drawing/2014/main" id="{80304B29-076C-4F26-BE50-8FC6552E37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14">
              <a:extLst>
                <a:ext uri="{FF2B5EF4-FFF2-40B4-BE49-F238E27FC236}">
                  <a16:creationId xmlns:a16="http://schemas.microsoft.com/office/drawing/2014/main" id="{8BE5AC8B-83C5-4763-A087-8477C5F396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15">
              <a:extLst>
                <a:ext uri="{FF2B5EF4-FFF2-40B4-BE49-F238E27FC236}">
                  <a16:creationId xmlns:a16="http://schemas.microsoft.com/office/drawing/2014/main" id="{7D50C9C5-1768-4B91-9B0B-6040F222D2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16">
              <a:extLst>
                <a:ext uri="{FF2B5EF4-FFF2-40B4-BE49-F238E27FC236}">
                  <a16:creationId xmlns:a16="http://schemas.microsoft.com/office/drawing/2014/main" id="{AA84369D-36BD-4162-8A91-DA0FDC51E0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17">
              <a:extLst>
                <a:ext uri="{FF2B5EF4-FFF2-40B4-BE49-F238E27FC236}">
                  <a16:creationId xmlns:a16="http://schemas.microsoft.com/office/drawing/2014/main" id="{F13FE26D-857B-4891-AEDA-C728F91962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18">
              <a:extLst>
                <a:ext uri="{FF2B5EF4-FFF2-40B4-BE49-F238E27FC236}">
                  <a16:creationId xmlns:a16="http://schemas.microsoft.com/office/drawing/2014/main" id="{AEC93F37-B06B-436A-992C-A443839922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19">
              <a:extLst>
                <a:ext uri="{FF2B5EF4-FFF2-40B4-BE49-F238E27FC236}">
                  <a16:creationId xmlns:a16="http://schemas.microsoft.com/office/drawing/2014/main" id="{8CF8D8A9-5565-4931-A429-8024282BA5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0">
              <a:extLst>
                <a:ext uri="{FF2B5EF4-FFF2-40B4-BE49-F238E27FC236}">
                  <a16:creationId xmlns:a16="http://schemas.microsoft.com/office/drawing/2014/main" id="{343435D3-5C31-4EE8-85BE-9ABBFF6EB8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1">
              <a:extLst>
                <a:ext uri="{FF2B5EF4-FFF2-40B4-BE49-F238E27FC236}">
                  <a16:creationId xmlns:a16="http://schemas.microsoft.com/office/drawing/2014/main" id="{DFDA7E40-E273-4EA5-B0DA-4FC692C01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2">
              <a:extLst>
                <a:ext uri="{FF2B5EF4-FFF2-40B4-BE49-F238E27FC236}">
                  <a16:creationId xmlns:a16="http://schemas.microsoft.com/office/drawing/2014/main" id="{6185B8F2-C9DF-4C99-AA74-DB3F7E8119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3">
              <a:extLst>
                <a:ext uri="{FF2B5EF4-FFF2-40B4-BE49-F238E27FC236}">
                  <a16:creationId xmlns:a16="http://schemas.microsoft.com/office/drawing/2014/main" id="{E26DD09A-0E9C-4ACD-8B5C-4631198365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24">
              <a:extLst>
                <a:ext uri="{FF2B5EF4-FFF2-40B4-BE49-F238E27FC236}">
                  <a16:creationId xmlns:a16="http://schemas.microsoft.com/office/drawing/2014/main" id="{DD9A6B8B-EFFC-47D4-9315-AB010FF79F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25">
              <a:extLst>
                <a:ext uri="{FF2B5EF4-FFF2-40B4-BE49-F238E27FC236}">
                  <a16:creationId xmlns:a16="http://schemas.microsoft.com/office/drawing/2014/main" id="{220B7C86-A714-4636-9B54-3D9AA312D4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26">
              <a:extLst>
                <a:ext uri="{FF2B5EF4-FFF2-40B4-BE49-F238E27FC236}">
                  <a16:creationId xmlns:a16="http://schemas.microsoft.com/office/drawing/2014/main" id="{1E393736-F0C0-480D-936E-89123D8341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Freeform 27">
              <a:extLst>
                <a:ext uri="{FF2B5EF4-FFF2-40B4-BE49-F238E27FC236}">
                  <a16:creationId xmlns:a16="http://schemas.microsoft.com/office/drawing/2014/main" id="{88CC464E-9DE0-40C4-BD15-1FC310F23E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1" name="Freeform 28">
              <a:extLst>
                <a:ext uri="{FF2B5EF4-FFF2-40B4-BE49-F238E27FC236}">
                  <a16:creationId xmlns:a16="http://schemas.microsoft.com/office/drawing/2014/main" id="{0D22C32B-DDA8-4C05-AA64-2044297E53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29">
              <a:extLst>
                <a:ext uri="{FF2B5EF4-FFF2-40B4-BE49-F238E27FC236}">
                  <a16:creationId xmlns:a16="http://schemas.microsoft.com/office/drawing/2014/main" id="{31624052-391E-49DB-87C6-2270FC2B62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0">
              <a:extLst>
                <a:ext uri="{FF2B5EF4-FFF2-40B4-BE49-F238E27FC236}">
                  <a16:creationId xmlns:a16="http://schemas.microsoft.com/office/drawing/2014/main" id="{0F81F1D4-61CD-492F-B3A7-7D8591070E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1">
              <a:extLst>
                <a:ext uri="{FF2B5EF4-FFF2-40B4-BE49-F238E27FC236}">
                  <a16:creationId xmlns:a16="http://schemas.microsoft.com/office/drawing/2014/main" id="{BDE42EF2-7DE1-4378-9975-3EFD81B112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2">
              <a:extLst>
                <a:ext uri="{FF2B5EF4-FFF2-40B4-BE49-F238E27FC236}">
                  <a16:creationId xmlns:a16="http://schemas.microsoft.com/office/drawing/2014/main" id="{6D93E0F4-DC60-4B80-9FA8-C94663F8C9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Rectangle 33">
              <a:extLst>
                <a:ext uri="{FF2B5EF4-FFF2-40B4-BE49-F238E27FC236}">
                  <a16:creationId xmlns:a16="http://schemas.microsoft.com/office/drawing/2014/main" id="{81E6565A-A31D-493E-B3F9-453B36E6D3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7" name="Freeform 34">
              <a:extLst>
                <a:ext uri="{FF2B5EF4-FFF2-40B4-BE49-F238E27FC236}">
                  <a16:creationId xmlns:a16="http://schemas.microsoft.com/office/drawing/2014/main" id="{734E4A27-D9A1-4792-91A0-85E9F53BF0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35">
              <a:extLst>
                <a:ext uri="{FF2B5EF4-FFF2-40B4-BE49-F238E27FC236}">
                  <a16:creationId xmlns:a16="http://schemas.microsoft.com/office/drawing/2014/main" id="{8DD4AA55-E9EE-4FA4-A1FB-355F56ED1C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36">
              <a:extLst>
                <a:ext uri="{FF2B5EF4-FFF2-40B4-BE49-F238E27FC236}">
                  <a16:creationId xmlns:a16="http://schemas.microsoft.com/office/drawing/2014/main" id="{8B8A270A-AEF3-48E9-9CDF-CCAFFD26A7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37">
              <a:extLst>
                <a:ext uri="{FF2B5EF4-FFF2-40B4-BE49-F238E27FC236}">
                  <a16:creationId xmlns:a16="http://schemas.microsoft.com/office/drawing/2014/main" id="{F93B2048-063C-4EF4-B85E-B1364144F1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38">
              <a:extLst>
                <a:ext uri="{FF2B5EF4-FFF2-40B4-BE49-F238E27FC236}">
                  <a16:creationId xmlns:a16="http://schemas.microsoft.com/office/drawing/2014/main" id="{D765F218-C9B1-4421-AEE8-DEC14F9FB7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Freeform 39">
              <a:extLst>
                <a:ext uri="{FF2B5EF4-FFF2-40B4-BE49-F238E27FC236}">
                  <a16:creationId xmlns:a16="http://schemas.microsoft.com/office/drawing/2014/main" id="{41AC29F5-8732-49E7-AD07-EAD7DCFCEC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3" name="Freeform 40">
              <a:extLst>
                <a:ext uri="{FF2B5EF4-FFF2-40B4-BE49-F238E27FC236}">
                  <a16:creationId xmlns:a16="http://schemas.microsoft.com/office/drawing/2014/main" id="{BAA6B501-5372-43B0-BA92-DFC4B74765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1">
              <a:extLst>
                <a:ext uri="{FF2B5EF4-FFF2-40B4-BE49-F238E27FC236}">
                  <a16:creationId xmlns:a16="http://schemas.microsoft.com/office/drawing/2014/main" id="{9F0C73BE-C3AD-4203-A430-9C8D7AC701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2">
              <a:extLst>
                <a:ext uri="{FF2B5EF4-FFF2-40B4-BE49-F238E27FC236}">
                  <a16:creationId xmlns:a16="http://schemas.microsoft.com/office/drawing/2014/main" id="{07DA644C-1065-46BB-BE2E-06597C41FA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3">
              <a:extLst>
                <a:ext uri="{FF2B5EF4-FFF2-40B4-BE49-F238E27FC236}">
                  <a16:creationId xmlns:a16="http://schemas.microsoft.com/office/drawing/2014/main" id="{0848A482-7465-4981-8F78-6A8CBAC496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44">
              <a:extLst>
                <a:ext uri="{FF2B5EF4-FFF2-40B4-BE49-F238E27FC236}">
                  <a16:creationId xmlns:a16="http://schemas.microsoft.com/office/drawing/2014/main" id="{97150FE4-2506-4D48-9572-FA764D1769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Rectangle 45">
              <a:extLst>
                <a:ext uri="{FF2B5EF4-FFF2-40B4-BE49-F238E27FC236}">
                  <a16:creationId xmlns:a16="http://schemas.microsoft.com/office/drawing/2014/main" id="{DE5E10BE-79BF-476B-900A-AC55673EA2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9" name="Freeform 46">
              <a:extLst>
                <a:ext uri="{FF2B5EF4-FFF2-40B4-BE49-F238E27FC236}">
                  <a16:creationId xmlns:a16="http://schemas.microsoft.com/office/drawing/2014/main" id="{3C416096-D815-46D4-A5DD-F104D37348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47">
              <a:extLst>
                <a:ext uri="{FF2B5EF4-FFF2-40B4-BE49-F238E27FC236}">
                  <a16:creationId xmlns:a16="http://schemas.microsoft.com/office/drawing/2014/main" id="{40CE25CD-F70E-4100-AD49-E300774AA4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48">
              <a:extLst>
                <a:ext uri="{FF2B5EF4-FFF2-40B4-BE49-F238E27FC236}">
                  <a16:creationId xmlns:a16="http://schemas.microsoft.com/office/drawing/2014/main" id="{7C0180BA-2C5D-43D4-8AFB-A7F3449B08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49">
              <a:extLst>
                <a:ext uri="{FF2B5EF4-FFF2-40B4-BE49-F238E27FC236}">
                  <a16:creationId xmlns:a16="http://schemas.microsoft.com/office/drawing/2014/main" id="{74C21852-25EC-4FE9-B1F4-76B09BADEC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0">
              <a:extLst>
                <a:ext uri="{FF2B5EF4-FFF2-40B4-BE49-F238E27FC236}">
                  <a16:creationId xmlns:a16="http://schemas.microsoft.com/office/drawing/2014/main" id="{FAABD128-A900-4E13-A9D7-EBECEA209D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1">
              <a:extLst>
                <a:ext uri="{FF2B5EF4-FFF2-40B4-BE49-F238E27FC236}">
                  <a16:creationId xmlns:a16="http://schemas.microsoft.com/office/drawing/2014/main" id="{A733C420-2ADC-4FBD-8C96-B4474D54AB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2">
              <a:extLst>
                <a:ext uri="{FF2B5EF4-FFF2-40B4-BE49-F238E27FC236}">
                  <a16:creationId xmlns:a16="http://schemas.microsoft.com/office/drawing/2014/main" id="{A4973B2F-CFDE-4A9D-B2F7-AEE5CA717C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6" name="Freeform 53">
              <a:extLst>
                <a:ext uri="{FF2B5EF4-FFF2-40B4-BE49-F238E27FC236}">
                  <a16:creationId xmlns:a16="http://schemas.microsoft.com/office/drawing/2014/main" id="{3CD8DD0C-F680-40E5-B71F-CC568777FF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7" name="Freeform 54">
              <a:extLst>
                <a:ext uri="{FF2B5EF4-FFF2-40B4-BE49-F238E27FC236}">
                  <a16:creationId xmlns:a16="http://schemas.microsoft.com/office/drawing/2014/main" id="{93EEE97A-A080-4E6D-9606-4FBAC34707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8" name="Freeform 55">
              <a:extLst>
                <a:ext uri="{FF2B5EF4-FFF2-40B4-BE49-F238E27FC236}">
                  <a16:creationId xmlns:a16="http://schemas.microsoft.com/office/drawing/2014/main" id="{70FAD47B-95C1-4270-8521-1159369C2F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9" name="Freeform 56">
              <a:extLst>
                <a:ext uri="{FF2B5EF4-FFF2-40B4-BE49-F238E27FC236}">
                  <a16:creationId xmlns:a16="http://schemas.microsoft.com/office/drawing/2014/main" id="{1CACBA6B-64D5-485A-B919-238AB4F63D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0" name="Freeform 57">
              <a:extLst>
                <a:ext uri="{FF2B5EF4-FFF2-40B4-BE49-F238E27FC236}">
                  <a16:creationId xmlns:a16="http://schemas.microsoft.com/office/drawing/2014/main" id="{39F2BCD9-C2FF-4619-B385-DF9F0D7D6B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1" name="Freeform 58">
              <a:extLst>
                <a:ext uri="{FF2B5EF4-FFF2-40B4-BE49-F238E27FC236}">
                  <a16:creationId xmlns:a16="http://schemas.microsoft.com/office/drawing/2014/main" id="{3A713FF8-1B40-43A7-BC03-24D50919C0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73" name="Round Single Corner Rectangle 4">
            <a:extLst>
              <a:ext uri="{FF2B5EF4-FFF2-40B4-BE49-F238E27FC236}">
                <a16:creationId xmlns:a16="http://schemas.microsoft.com/office/drawing/2014/main" id="{A325B2B0-E250-4D54-BC82-62367AE2E5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64541" y="636678"/>
            <a:ext cx="3415770" cy="3601835"/>
          </a:xfrm>
          <a:prstGeom prst="round1Rect">
            <a:avLst>
              <a:gd name="adj" fmla="val 9975"/>
            </a:avLst>
          </a:prstGeom>
          <a:solidFill>
            <a:srgbClr val="FFFFFF"/>
          </a:solidFill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Imagem 9" descr="Uma imagem contendo objeto&#10;&#10;Descrição gerada automaticamente">
            <a:extLst>
              <a:ext uri="{FF2B5EF4-FFF2-40B4-BE49-F238E27FC236}">
                <a16:creationId xmlns:a16="http://schemas.microsoft.com/office/drawing/2014/main" id="{2B03CA6B-F040-4A9F-BBDE-E3FADE40A6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9423" y="949849"/>
            <a:ext cx="2306006" cy="2975493"/>
          </a:xfrm>
          <a:prstGeom prst="rect">
            <a:avLst/>
          </a:prstGeom>
        </p:spPr>
      </p:pic>
      <p:sp>
        <p:nvSpPr>
          <p:cNvPr id="75" name="Round Diagonal Corner Rectangle 18">
            <a:extLst>
              <a:ext uri="{FF2B5EF4-FFF2-40B4-BE49-F238E27FC236}">
                <a16:creationId xmlns:a16="http://schemas.microsoft.com/office/drawing/2014/main" id="{F739BA81-9EB3-4AB3-8C4A-7AB7417E44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06909" y="639965"/>
            <a:ext cx="3415769" cy="3598548"/>
          </a:xfrm>
          <a:prstGeom prst="round2DiagRect">
            <a:avLst>
              <a:gd name="adj1" fmla="val 0"/>
              <a:gd name="adj2" fmla="val 0"/>
            </a:avLst>
          </a:prstGeom>
          <a:solidFill>
            <a:srgbClr val="FFFFFF"/>
          </a:solidFill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97599D77-3A50-4BD4-942B-6AF819CFB27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28084" y="1399207"/>
            <a:ext cx="2773419" cy="2080064"/>
          </a:xfrm>
          <a:prstGeom prst="rect">
            <a:avLst/>
          </a:prstGeom>
        </p:spPr>
      </p:pic>
      <p:sp>
        <p:nvSpPr>
          <p:cNvPr id="77" name="Round Single Corner Rectangle 22">
            <a:extLst>
              <a:ext uri="{FF2B5EF4-FFF2-40B4-BE49-F238E27FC236}">
                <a16:creationId xmlns:a16="http://schemas.microsoft.com/office/drawing/2014/main" id="{7F8E154D-E2E2-475B-AF5E-EA24D79120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8146844" y="644263"/>
            <a:ext cx="3415770" cy="3601835"/>
          </a:xfrm>
          <a:prstGeom prst="round1Rect">
            <a:avLst>
              <a:gd name="adj" fmla="val 9975"/>
            </a:avLst>
          </a:prstGeom>
          <a:solidFill>
            <a:srgbClr val="FFFFFF"/>
          </a:solidFill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pic>
        <p:nvPicPr>
          <p:cNvPr id="9" name="Imagem 8" descr="Uma imagem contendo edifício, luz&#10;&#10;Descrição gerada automaticamente">
            <a:extLst>
              <a:ext uri="{FF2B5EF4-FFF2-40B4-BE49-F238E27FC236}">
                <a16:creationId xmlns:a16="http://schemas.microsoft.com/office/drawing/2014/main" id="{45CAE1B0-F372-4416-B5DF-768995D9793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68020" y="1665156"/>
            <a:ext cx="2773419" cy="1560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56654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8000"/>
                <a:hueMod val="94000"/>
                <a:satMod val="148000"/>
                <a:lumMod val="140000"/>
              </a:schemeClr>
            </a:gs>
            <a:gs pos="100000">
              <a:schemeClr val="bg2">
                <a:shade val="92000"/>
                <a:hueMod val="104000"/>
                <a:satMod val="140000"/>
                <a:lumMod val="48000"/>
              </a:schemeClr>
            </a:gs>
          </a:gsLst>
          <a:lin ang="504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Picture 2">
            <a:extLst>
              <a:ext uri="{FF2B5EF4-FFF2-40B4-BE49-F238E27FC236}">
                <a16:creationId xmlns:a16="http://schemas.microsoft.com/office/drawing/2014/main" id="{0D976396-8CE8-4BF2-9DC5-673B163BFD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01" name="Group 100">
            <a:extLst>
              <a:ext uri="{FF2B5EF4-FFF2-40B4-BE49-F238E27FC236}">
                <a16:creationId xmlns:a16="http://schemas.microsoft.com/office/drawing/2014/main" id="{A44B4622-6C6D-4357-A6BF-4ADFA8DA21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4288" y="0"/>
            <a:ext cx="12053888" cy="6858001"/>
            <a:chOff x="-14288" y="0"/>
            <a:chExt cx="12053888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grpSp>
          <p:nvGrpSpPr>
            <p:cNvPr id="102" name="Group 101">
              <a:extLst>
                <a:ext uri="{FF2B5EF4-FFF2-40B4-BE49-F238E27FC236}">
                  <a16:creationId xmlns:a16="http://schemas.microsoft.com/office/drawing/2014/main" id="{63A6CB2A-1AFB-42D7-B4D3-09501FC35B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pFill/>
          </p:grpSpPr>
          <p:sp>
            <p:nvSpPr>
              <p:cNvPr id="114" name="Rectangle 5">
                <a:extLst>
                  <a:ext uri="{FF2B5EF4-FFF2-40B4-BE49-F238E27FC236}">
                    <a16:creationId xmlns:a16="http://schemas.microsoft.com/office/drawing/2014/main" id="{19A439D3-6BFA-467E-9C22-BF0C1FD65D7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115" name="Freeform 6">
                <a:extLst>
                  <a:ext uri="{FF2B5EF4-FFF2-40B4-BE49-F238E27FC236}">
                    <a16:creationId xmlns:a16="http://schemas.microsoft.com/office/drawing/2014/main" id="{593FFA50-28FC-4AF0-9495-DE41440E20D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16" name="Freeform 7">
                <a:extLst>
                  <a:ext uri="{FF2B5EF4-FFF2-40B4-BE49-F238E27FC236}">
                    <a16:creationId xmlns:a16="http://schemas.microsoft.com/office/drawing/2014/main" id="{0FB68F07-772E-4629-8A61-40558325451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17" name="Freeform 8">
                <a:extLst>
                  <a:ext uri="{FF2B5EF4-FFF2-40B4-BE49-F238E27FC236}">
                    <a16:creationId xmlns:a16="http://schemas.microsoft.com/office/drawing/2014/main" id="{171702FF-8A66-4576-99E0-BDC7F66921B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18" name="Freeform 9">
                <a:extLst>
                  <a:ext uri="{FF2B5EF4-FFF2-40B4-BE49-F238E27FC236}">
                    <a16:creationId xmlns:a16="http://schemas.microsoft.com/office/drawing/2014/main" id="{219C2ADE-5C69-47AA-8D54-BE49D729F89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19" name="Freeform 10">
                <a:extLst>
                  <a:ext uri="{FF2B5EF4-FFF2-40B4-BE49-F238E27FC236}">
                    <a16:creationId xmlns:a16="http://schemas.microsoft.com/office/drawing/2014/main" id="{C487C228-6327-47B1-9104-758366F378C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0" name="Freeform 11">
                <a:extLst>
                  <a:ext uri="{FF2B5EF4-FFF2-40B4-BE49-F238E27FC236}">
                    <a16:creationId xmlns:a16="http://schemas.microsoft.com/office/drawing/2014/main" id="{60D29978-A75A-4AD7-9CC0-4D7B319F6A5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1" name="Freeform 12">
                <a:extLst>
                  <a:ext uri="{FF2B5EF4-FFF2-40B4-BE49-F238E27FC236}">
                    <a16:creationId xmlns:a16="http://schemas.microsoft.com/office/drawing/2014/main" id="{98663D8F-6AE3-4218-8182-DAE2492F170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2" name="Freeform 13">
                <a:extLst>
                  <a:ext uri="{FF2B5EF4-FFF2-40B4-BE49-F238E27FC236}">
                    <a16:creationId xmlns:a16="http://schemas.microsoft.com/office/drawing/2014/main" id="{014E41A5-C714-4745-9686-32FB4E4365A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3" name="Freeform 14">
                <a:extLst>
                  <a:ext uri="{FF2B5EF4-FFF2-40B4-BE49-F238E27FC236}">
                    <a16:creationId xmlns:a16="http://schemas.microsoft.com/office/drawing/2014/main" id="{EDE53C48-191C-4CFD-AB1D-FB59BFB483E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4" name="Freeform 15">
                <a:extLst>
                  <a:ext uri="{FF2B5EF4-FFF2-40B4-BE49-F238E27FC236}">
                    <a16:creationId xmlns:a16="http://schemas.microsoft.com/office/drawing/2014/main" id="{9A3D5918-3D8D-466A-8957-6DCC2A825C6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5" name="Line 16">
                <a:extLst>
                  <a:ext uri="{FF2B5EF4-FFF2-40B4-BE49-F238E27FC236}">
                    <a16:creationId xmlns:a16="http://schemas.microsoft.com/office/drawing/2014/main" id="{654EFECB-3569-4BBF-9D95-4ACD81E62C6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ShapeType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126" name="Freeform 17">
                <a:extLst>
                  <a:ext uri="{FF2B5EF4-FFF2-40B4-BE49-F238E27FC236}">
                    <a16:creationId xmlns:a16="http://schemas.microsoft.com/office/drawing/2014/main" id="{E56DFCE7-4DFC-4858-97A4-ABAF50983F5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7" name="Freeform 18">
                <a:extLst>
                  <a:ext uri="{FF2B5EF4-FFF2-40B4-BE49-F238E27FC236}">
                    <a16:creationId xmlns:a16="http://schemas.microsoft.com/office/drawing/2014/main" id="{DCF8ABF1-40B7-44F4-A1BC-1E848A38357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8" name="Freeform 19">
                <a:extLst>
                  <a:ext uri="{FF2B5EF4-FFF2-40B4-BE49-F238E27FC236}">
                    <a16:creationId xmlns:a16="http://schemas.microsoft.com/office/drawing/2014/main" id="{60D92462-1463-4854-9F70-C7B777DEF1E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9" name="Freeform 20">
                <a:extLst>
                  <a:ext uri="{FF2B5EF4-FFF2-40B4-BE49-F238E27FC236}">
                    <a16:creationId xmlns:a16="http://schemas.microsoft.com/office/drawing/2014/main" id="{686E16F7-2865-4453-AC56-DC876A5B8EC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0" name="Rectangle 21">
                <a:extLst>
                  <a:ext uri="{FF2B5EF4-FFF2-40B4-BE49-F238E27FC236}">
                    <a16:creationId xmlns:a16="http://schemas.microsoft.com/office/drawing/2014/main" id="{ADB22857-7E4E-478F-9352-4890B7A5B19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131" name="Freeform 22">
                <a:extLst>
                  <a:ext uri="{FF2B5EF4-FFF2-40B4-BE49-F238E27FC236}">
                    <a16:creationId xmlns:a16="http://schemas.microsoft.com/office/drawing/2014/main" id="{450AB6CE-E6F8-4D31-9ED2-5C5408A72D1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2" name="Freeform 23">
                <a:extLst>
                  <a:ext uri="{FF2B5EF4-FFF2-40B4-BE49-F238E27FC236}">
                    <a16:creationId xmlns:a16="http://schemas.microsoft.com/office/drawing/2014/main" id="{C2627500-57B7-4F39-9460-E1CE4271806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3" name="Freeform 24">
                <a:extLst>
                  <a:ext uri="{FF2B5EF4-FFF2-40B4-BE49-F238E27FC236}">
                    <a16:creationId xmlns:a16="http://schemas.microsoft.com/office/drawing/2014/main" id="{863C2166-F2F9-4CCF-9FC2-91A768C035B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4" name="Freeform 25">
                <a:extLst>
                  <a:ext uri="{FF2B5EF4-FFF2-40B4-BE49-F238E27FC236}">
                    <a16:creationId xmlns:a16="http://schemas.microsoft.com/office/drawing/2014/main" id="{F40FC89F-F227-4970-86FB-7A17897404C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5" name="Freeform 26">
                <a:extLst>
                  <a:ext uri="{FF2B5EF4-FFF2-40B4-BE49-F238E27FC236}">
                    <a16:creationId xmlns:a16="http://schemas.microsoft.com/office/drawing/2014/main" id="{468468EA-0FA9-44EB-B2C1-6893ABFACF2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6" name="Freeform 27">
                <a:extLst>
                  <a:ext uri="{FF2B5EF4-FFF2-40B4-BE49-F238E27FC236}">
                    <a16:creationId xmlns:a16="http://schemas.microsoft.com/office/drawing/2014/main" id="{A503597C-CCAD-49B3-BAFA-F4D71D817C1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7" name="Freeform 28">
                <a:extLst>
                  <a:ext uri="{FF2B5EF4-FFF2-40B4-BE49-F238E27FC236}">
                    <a16:creationId xmlns:a16="http://schemas.microsoft.com/office/drawing/2014/main" id="{8B22EA19-D703-4E10-B794-58D6FF78ED6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8" name="Freeform 29">
                <a:extLst>
                  <a:ext uri="{FF2B5EF4-FFF2-40B4-BE49-F238E27FC236}">
                    <a16:creationId xmlns:a16="http://schemas.microsoft.com/office/drawing/2014/main" id="{19FC3869-8130-40B9-9DF8-C269F5EDB18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9" name="Freeform 30">
                <a:extLst>
                  <a:ext uri="{FF2B5EF4-FFF2-40B4-BE49-F238E27FC236}">
                    <a16:creationId xmlns:a16="http://schemas.microsoft.com/office/drawing/2014/main" id="{471DF0DF-0D8D-4BF4-B0FC-0C828813E85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0" name="Freeform 31">
                <a:extLst>
                  <a:ext uri="{FF2B5EF4-FFF2-40B4-BE49-F238E27FC236}">
                    <a16:creationId xmlns:a16="http://schemas.microsoft.com/office/drawing/2014/main" id="{DF28C461-B139-4B6F-B409-26F9E315843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3" name="Group 102">
              <a:extLst>
                <a:ext uri="{FF2B5EF4-FFF2-40B4-BE49-F238E27FC236}">
                  <a16:creationId xmlns:a16="http://schemas.microsoft.com/office/drawing/2014/main" id="{38B3C18F-4FA0-40BA-B7A3-60A37711FC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pFill/>
          </p:grpSpPr>
          <p:sp>
            <p:nvSpPr>
              <p:cNvPr id="104" name="Freeform 32">
                <a:extLst>
                  <a:ext uri="{FF2B5EF4-FFF2-40B4-BE49-F238E27FC236}">
                    <a16:creationId xmlns:a16="http://schemas.microsoft.com/office/drawing/2014/main" id="{111C211C-7FAF-452A-AAFC-C664199EA70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05" name="Freeform 33">
                <a:extLst>
                  <a:ext uri="{FF2B5EF4-FFF2-40B4-BE49-F238E27FC236}">
                    <a16:creationId xmlns:a16="http://schemas.microsoft.com/office/drawing/2014/main" id="{3325D432-947F-4BC5-B6C4-CD6C8180A6E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06" name="Freeform 34">
                <a:extLst>
                  <a:ext uri="{FF2B5EF4-FFF2-40B4-BE49-F238E27FC236}">
                    <a16:creationId xmlns:a16="http://schemas.microsoft.com/office/drawing/2014/main" id="{C9F22CCB-3D63-42A9-917E-1677E92E044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07" name="Freeform 35">
                <a:extLst>
                  <a:ext uri="{FF2B5EF4-FFF2-40B4-BE49-F238E27FC236}">
                    <a16:creationId xmlns:a16="http://schemas.microsoft.com/office/drawing/2014/main" id="{2BD44110-60CE-420C-9195-A26160C5B38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08" name="Freeform 36">
                <a:extLst>
                  <a:ext uri="{FF2B5EF4-FFF2-40B4-BE49-F238E27FC236}">
                    <a16:creationId xmlns:a16="http://schemas.microsoft.com/office/drawing/2014/main" id="{FD0647CE-B225-45C3-A3FF-B2B2F008A04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09" name="Freeform 37">
                <a:extLst>
                  <a:ext uri="{FF2B5EF4-FFF2-40B4-BE49-F238E27FC236}">
                    <a16:creationId xmlns:a16="http://schemas.microsoft.com/office/drawing/2014/main" id="{88472412-E163-4BB9-9D32-963604F346E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10" name="Freeform 38">
                <a:extLst>
                  <a:ext uri="{FF2B5EF4-FFF2-40B4-BE49-F238E27FC236}">
                    <a16:creationId xmlns:a16="http://schemas.microsoft.com/office/drawing/2014/main" id="{F20CE1F8-C3D0-4B3A-85F6-DA59AA8908D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11" name="Freeform 39">
                <a:extLst>
                  <a:ext uri="{FF2B5EF4-FFF2-40B4-BE49-F238E27FC236}">
                    <a16:creationId xmlns:a16="http://schemas.microsoft.com/office/drawing/2014/main" id="{706C22A0-01DE-486E-B0A9-66F5E7F46C3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12" name="Freeform 40">
                <a:extLst>
                  <a:ext uri="{FF2B5EF4-FFF2-40B4-BE49-F238E27FC236}">
                    <a16:creationId xmlns:a16="http://schemas.microsoft.com/office/drawing/2014/main" id="{E3EA80D9-86C1-4171-A66F-DA17AF525F8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13" name="Rectangle 41">
                <a:extLst>
                  <a:ext uri="{FF2B5EF4-FFF2-40B4-BE49-F238E27FC236}">
                    <a16:creationId xmlns:a16="http://schemas.microsoft.com/office/drawing/2014/main" id="{025C50E7-1ACD-40F2-B61B-8C581A028ED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pic>
        <p:nvPicPr>
          <p:cNvPr id="142" name="Picture 2">
            <a:extLst>
              <a:ext uri="{FF2B5EF4-FFF2-40B4-BE49-F238E27FC236}">
                <a16:creationId xmlns:a16="http://schemas.microsoft.com/office/drawing/2014/main" id="{07D54E63-6018-454A-93F0-E71F2CAF75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591" y="0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44" name="Group 143">
            <a:extLst>
              <a:ext uri="{FF2B5EF4-FFF2-40B4-BE49-F238E27FC236}">
                <a16:creationId xmlns:a16="http://schemas.microsoft.com/office/drawing/2014/main" id="{B76DCF88-9FB4-41A5-9112-2DACF647AB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053888" cy="6858001"/>
            <a:chOff x="-14288" y="0"/>
            <a:chExt cx="12053888" cy="6858001"/>
          </a:xfrm>
        </p:grpSpPr>
        <p:grpSp>
          <p:nvGrpSpPr>
            <p:cNvPr id="145" name="Group 144">
              <a:extLst>
                <a:ext uri="{FF2B5EF4-FFF2-40B4-BE49-F238E27FC236}">
                  <a16:creationId xmlns:a16="http://schemas.microsoft.com/office/drawing/2014/main" id="{06F7EFA6-48F2-420F-82CA-8AA802FA61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57" name="Rectangle 5">
                <a:extLst>
                  <a:ext uri="{FF2B5EF4-FFF2-40B4-BE49-F238E27FC236}">
                    <a16:creationId xmlns:a16="http://schemas.microsoft.com/office/drawing/2014/main" id="{FA452E88-1FB3-4289-86E4-B0BB1AAE01C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158" name="Freeform 6">
                <a:extLst>
                  <a:ext uri="{FF2B5EF4-FFF2-40B4-BE49-F238E27FC236}">
                    <a16:creationId xmlns:a16="http://schemas.microsoft.com/office/drawing/2014/main" id="{66CFC533-08E0-41AA-B2AD-36657A395C5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9" name="Freeform 7">
                <a:extLst>
                  <a:ext uri="{FF2B5EF4-FFF2-40B4-BE49-F238E27FC236}">
                    <a16:creationId xmlns:a16="http://schemas.microsoft.com/office/drawing/2014/main" id="{0FD3CE26-31AC-4694-B3E9-1F7D2CFB2BD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0" name="Freeform 8">
                <a:extLst>
                  <a:ext uri="{FF2B5EF4-FFF2-40B4-BE49-F238E27FC236}">
                    <a16:creationId xmlns:a16="http://schemas.microsoft.com/office/drawing/2014/main" id="{3CA89DE8-5A37-4596-9C19-4D2A3D1730F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1" name="Freeform 9">
                <a:extLst>
                  <a:ext uri="{FF2B5EF4-FFF2-40B4-BE49-F238E27FC236}">
                    <a16:creationId xmlns:a16="http://schemas.microsoft.com/office/drawing/2014/main" id="{8C5D5490-BF3C-4679-B5F2-9E10CA0FDD4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2" name="Freeform 10">
                <a:extLst>
                  <a:ext uri="{FF2B5EF4-FFF2-40B4-BE49-F238E27FC236}">
                    <a16:creationId xmlns:a16="http://schemas.microsoft.com/office/drawing/2014/main" id="{E2BB4F68-4B11-40C7-B70D-507E302B36F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3" name="Freeform 11">
                <a:extLst>
                  <a:ext uri="{FF2B5EF4-FFF2-40B4-BE49-F238E27FC236}">
                    <a16:creationId xmlns:a16="http://schemas.microsoft.com/office/drawing/2014/main" id="{D32DD7E7-30ED-4C44-9AFB-D641492C62C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4" name="Freeform 12">
                <a:extLst>
                  <a:ext uri="{FF2B5EF4-FFF2-40B4-BE49-F238E27FC236}">
                    <a16:creationId xmlns:a16="http://schemas.microsoft.com/office/drawing/2014/main" id="{5A35898D-93D3-414D-9414-6E9948BFD2E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5" name="Freeform 13">
                <a:extLst>
                  <a:ext uri="{FF2B5EF4-FFF2-40B4-BE49-F238E27FC236}">
                    <a16:creationId xmlns:a16="http://schemas.microsoft.com/office/drawing/2014/main" id="{CCBD18B2-885C-4D39-BBF8-B25BD6240B8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6" name="Freeform 14">
                <a:extLst>
                  <a:ext uri="{FF2B5EF4-FFF2-40B4-BE49-F238E27FC236}">
                    <a16:creationId xmlns:a16="http://schemas.microsoft.com/office/drawing/2014/main" id="{2D7C1B8F-757D-4404-9084-1259E4CF3CC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7" name="Freeform 15">
                <a:extLst>
                  <a:ext uri="{FF2B5EF4-FFF2-40B4-BE49-F238E27FC236}">
                    <a16:creationId xmlns:a16="http://schemas.microsoft.com/office/drawing/2014/main" id="{D009D7B4-6B3E-4D8B-B171-DDC7E33C321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8" name="Line 16">
                <a:extLst>
                  <a:ext uri="{FF2B5EF4-FFF2-40B4-BE49-F238E27FC236}">
                    <a16:creationId xmlns:a16="http://schemas.microsoft.com/office/drawing/2014/main" id="{6BA54243-661C-40AB-9752-597FD75719D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ShapeType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169" name="Freeform 17">
                <a:extLst>
                  <a:ext uri="{FF2B5EF4-FFF2-40B4-BE49-F238E27FC236}">
                    <a16:creationId xmlns:a16="http://schemas.microsoft.com/office/drawing/2014/main" id="{2024F2C0-F211-4AB1-8B2C-4583C883817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0" name="Freeform 18">
                <a:extLst>
                  <a:ext uri="{FF2B5EF4-FFF2-40B4-BE49-F238E27FC236}">
                    <a16:creationId xmlns:a16="http://schemas.microsoft.com/office/drawing/2014/main" id="{ECA788FB-1175-4565-B00C-DCABADC6125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1" name="Freeform 19">
                <a:extLst>
                  <a:ext uri="{FF2B5EF4-FFF2-40B4-BE49-F238E27FC236}">
                    <a16:creationId xmlns:a16="http://schemas.microsoft.com/office/drawing/2014/main" id="{12CF18FB-9E24-4B69-B810-97A5C90808B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2" name="Freeform 20">
                <a:extLst>
                  <a:ext uri="{FF2B5EF4-FFF2-40B4-BE49-F238E27FC236}">
                    <a16:creationId xmlns:a16="http://schemas.microsoft.com/office/drawing/2014/main" id="{D734BB2E-A007-4F54-A7BB-0F4EE9D2F07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3" name="Rectangle 21">
                <a:extLst>
                  <a:ext uri="{FF2B5EF4-FFF2-40B4-BE49-F238E27FC236}">
                    <a16:creationId xmlns:a16="http://schemas.microsoft.com/office/drawing/2014/main" id="{7E290049-75AE-43A0-8203-D68C6B7C020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174" name="Freeform 22">
                <a:extLst>
                  <a:ext uri="{FF2B5EF4-FFF2-40B4-BE49-F238E27FC236}">
                    <a16:creationId xmlns:a16="http://schemas.microsoft.com/office/drawing/2014/main" id="{CBAD5CE6-5699-4759-B1B6-EF20457BF69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5" name="Freeform 23">
                <a:extLst>
                  <a:ext uri="{FF2B5EF4-FFF2-40B4-BE49-F238E27FC236}">
                    <a16:creationId xmlns:a16="http://schemas.microsoft.com/office/drawing/2014/main" id="{69C07EED-FD36-4060-A9A8-4E49F5ECDC5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6" name="Freeform 24">
                <a:extLst>
                  <a:ext uri="{FF2B5EF4-FFF2-40B4-BE49-F238E27FC236}">
                    <a16:creationId xmlns:a16="http://schemas.microsoft.com/office/drawing/2014/main" id="{7ED02DC3-00A5-45D0-94C5-31252B5BFBB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7" name="Freeform 25">
                <a:extLst>
                  <a:ext uri="{FF2B5EF4-FFF2-40B4-BE49-F238E27FC236}">
                    <a16:creationId xmlns:a16="http://schemas.microsoft.com/office/drawing/2014/main" id="{FBB1DD7B-20A9-4CE4-8C3F-4BACA4B15B4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8" name="Freeform 26">
                <a:extLst>
                  <a:ext uri="{FF2B5EF4-FFF2-40B4-BE49-F238E27FC236}">
                    <a16:creationId xmlns:a16="http://schemas.microsoft.com/office/drawing/2014/main" id="{9212DCB8-6894-4996-A625-BD88764798E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9" name="Freeform 27">
                <a:extLst>
                  <a:ext uri="{FF2B5EF4-FFF2-40B4-BE49-F238E27FC236}">
                    <a16:creationId xmlns:a16="http://schemas.microsoft.com/office/drawing/2014/main" id="{2780A787-D6A2-488F-8216-5042F5F4E76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0" name="Freeform 28">
                <a:extLst>
                  <a:ext uri="{FF2B5EF4-FFF2-40B4-BE49-F238E27FC236}">
                    <a16:creationId xmlns:a16="http://schemas.microsoft.com/office/drawing/2014/main" id="{B7C6F9B6-0207-4245-A568-F1D5C1F939E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1" name="Freeform 29">
                <a:extLst>
                  <a:ext uri="{FF2B5EF4-FFF2-40B4-BE49-F238E27FC236}">
                    <a16:creationId xmlns:a16="http://schemas.microsoft.com/office/drawing/2014/main" id="{EC03E80E-65E6-43D2-800C-D3E5CEF16CA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2" name="Freeform 30">
                <a:extLst>
                  <a:ext uri="{FF2B5EF4-FFF2-40B4-BE49-F238E27FC236}">
                    <a16:creationId xmlns:a16="http://schemas.microsoft.com/office/drawing/2014/main" id="{7B132E67-47FB-491E-98DA-D28ADE8D17E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3" name="Freeform 31">
                <a:extLst>
                  <a:ext uri="{FF2B5EF4-FFF2-40B4-BE49-F238E27FC236}">
                    <a16:creationId xmlns:a16="http://schemas.microsoft.com/office/drawing/2014/main" id="{6512933D-AB97-4D6F-86DA-6AAEB9F73AF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46" name="Group 145">
              <a:extLst>
                <a:ext uri="{FF2B5EF4-FFF2-40B4-BE49-F238E27FC236}">
                  <a16:creationId xmlns:a16="http://schemas.microsoft.com/office/drawing/2014/main" id="{D2AAD483-B4B4-4901-9C1B-F391F3B100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47" name="Freeform 32">
                <a:extLst>
                  <a:ext uri="{FF2B5EF4-FFF2-40B4-BE49-F238E27FC236}">
                    <a16:creationId xmlns:a16="http://schemas.microsoft.com/office/drawing/2014/main" id="{26CA00F2-52DB-420A-B2CE-622E2449344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8" name="Freeform 33">
                <a:extLst>
                  <a:ext uri="{FF2B5EF4-FFF2-40B4-BE49-F238E27FC236}">
                    <a16:creationId xmlns:a16="http://schemas.microsoft.com/office/drawing/2014/main" id="{6D6F23D3-1299-402E-B7E6-EA524506065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9" name="Freeform 34">
                <a:extLst>
                  <a:ext uri="{FF2B5EF4-FFF2-40B4-BE49-F238E27FC236}">
                    <a16:creationId xmlns:a16="http://schemas.microsoft.com/office/drawing/2014/main" id="{680732F5-25A5-4A7F-958D-7F01293BFDA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0" name="Freeform 35">
                <a:extLst>
                  <a:ext uri="{FF2B5EF4-FFF2-40B4-BE49-F238E27FC236}">
                    <a16:creationId xmlns:a16="http://schemas.microsoft.com/office/drawing/2014/main" id="{20817740-C1CF-458F-9A10-051C0289BF1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1" name="Freeform 36">
                <a:extLst>
                  <a:ext uri="{FF2B5EF4-FFF2-40B4-BE49-F238E27FC236}">
                    <a16:creationId xmlns:a16="http://schemas.microsoft.com/office/drawing/2014/main" id="{3BB94575-5155-4DE7-A304-54E256B61DD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2" name="Freeform 37">
                <a:extLst>
                  <a:ext uri="{FF2B5EF4-FFF2-40B4-BE49-F238E27FC236}">
                    <a16:creationId xmlns:a16="http://schemas.microsoft.com/office/drawing/2014/main" id="{E887FE25-3092-4CE9-B181-EF67C21BCCC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3" name="Freeform 38">
                <a:extLst>
                  <a:ext uri="{FF2B5EF4-FFF2-40B4-BE49-F238E27FC236}">
                    <a16:creationId xmlns:a16="http://schemas.microsoft.com/office/drawing/2014/main" id="{2FE2B836-E249-4A78-AB56-CDB45BDACD7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4" name="Freeform 39">
                <a:extLst>
                  <a:ext uri="{FF2B5EF4-FFF2-40B4-BE49-F238E27FC236}">
                    <a16:creationId xmlns:a16="http://schemas.microsoft.com/office/drawing/2014/main" id="{BDE04C1F-8A69-422B-8E02-02FB2602210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5" name="Freeform 40">
                <a:extLst>
                  <a:ext uri="{FF2B5EF4-FFF2-40B4-BE49-F238E27FC236}">
                    <a16:creationId xmlns:a16="http://schemas.microsoft.com/office/drawing/2014/main" id="{00208B4E-96A5-46F3-9FF0-C117FA8EEF7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6" name="Rectangle 41">
                <a:extLst>
                  <a:ext uri="{FF2B5EF4-FFF2-40B4-BE49-F238E27FC236}">
                    <a16:creationId xmlns:a16="http://schemas.microsoft.com/office/drawing/2014/main" id="{B2C8F532-05B8-4D61-A815-E225640B43A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 useBgFill="1">
        <p:nvSpPr>
          <p:cNvPr id="185" name="Rectangle 184">
            <a:extLst>
              <a:ext uri="{FF2B5EF4-FFF2-40B4-BE49-F238E27FC236}">
                <a16:creationId xmlns:a16="http://schemas.microsoft.com/office/drawing/2014/main" id="{DD276684-B387-4740-B467-9F85F45A3C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Espaço Reservado para Conteúdo 2">
            <a:extLst>
              <a:ext uri="{FF2B5EF4-FFF2-40B4-BE49-F238E27FC236}">
                <a16:creationId xmlns:a16="http://schemas.microsoft.com/office/drawing/2014/main" id="{1C8ED51A-017B-49BF-8679-79534556B8B6}"/>
              </a:ext>
            </a:extLst>
          </p:cNvPr>
          <p:cNvSpPr txBox="1">
            <a:spLocks/>
          </p:cNvSpPr>
          <p:nvPr/>
        </p:nvSpPr>
        <p:spPr>
          <a:xfrm>
            <a:off x="119336" y="1628800"/>
            <a:ext cx="11881320" cy="5040560"/>
          </a:xfrm>
          <a:prstGeom prst="rect">
            <a:avLst/>
          </a:prstGeom>
        </p:spPr>
        <p:txBody>
          <a:bodyPr numCol="2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 fontAlgn="base">
              <a:buFont typeface="+mj-lt"/>
              <a:buAutoNum type="arabicPeriod"/>
            </a:pPr>
            <a:r>
              <a:rPr lang="pt-BR" sz="2600"/>
              <a:t>Detecção de fraudes</a:t>
            </a:r>
          </a:p>
          <a:p>
            <a:pPr marL="457200" indent="-457200" fontAlgn="base">
              <a:buFont typeface="+mj-lt"/>
              <a:buAutoNum type="arabicPeriod"/>
            </a:pPr>
            <a:r>
              <a:rPr lang="pt-BR" sz="2600"/>
              <a:t>Liberação de crédito</a:t>
            </a:r>
          </a:p>
          <a:p>
            <a:pPr marL="457200" indent="-457200" fontAlgn="base">
              <a:buFont typeface="+mj-lt"/>
              <a:buAutoNum type="arabicPeriod"/>
            </a:pPr>
            <a:r>
              <a:rPr lang="pt-BR" sz="2600"/>
              <a:t>Resultados de pesquisa na Web</a:t>
            </a:r>
          </a:p>
          <a:p>
            <a:pPr marL="457200" indent="-457200" fontAlgn="base">
              <a:buFont typeface="+mj-lt"/>
              <a:buAutoNum type="arabicPeriod"/>
            </a:pPr>
            <a:r>
              <a:rPr lang="pt-BR" sz="2600"/>
              <a:t>Anúncios em tempo real em páginas da web e dispositivos móveis</a:t>
            </a:r>
          </a:p>
          <a:p>
            <a:pPr marL="457200" indent="-457200" fontAlgn="base">
              <a:buFont typeface="+mj-lt"/>
              <a:buAutoNum type="arabicPeriod"/>
            </a:pPr>
            <a:r>
              <a:rPr lang="pt-BR" sz="2600"/>
              <a:t>Análise de sentimento baseada em texto</a:t>
            </a:r>
          </a:p>
          <a:p>
            <a:pPr marL="457200" indent="-457200" fontAlgn="base">
              <a:buFont typeface="+mj-lt"/>
              <a:buAutoNum type="arabicPeriod"/>
            </a:pPr>
            <a:r>
              <a:rPr lang="pt-BR" sz="2600"/>
              <a:t>Pontuação de crédito e próximas melhores ofertas</a:t>
            </a:r>
          </a:p>
          <a:p>
            <a:pPr marL="457200" indent="-457200" fontAlgn="base">
              <a:buFont typeface="+mj-lt"/>
              <a:buAutoNum type="arabicPeriod"/>
            </a:pPr>
            <a:endParaRPr lang="pt-BR" sz="2600"/>
          </a:p>
          <a:p>
            <a:pPr marL="457200" indent="-457200" fontAlgn="base">
              <a:buFont typeface="+mj-lt"/>
              <a:buAutoNum type="arabicPeriod"/>
            </a:pPr>
            <a:r>
              <a:rPr lang="pt-BR" sz="2600"/>
              <a:t>Previsão de falhas em equipamento</a:t>
            </a:r>
          </a:p>
          <a:p>
            <a:pPr marL="457200" indent="-457200" fontAlgn="base">
              <a:buFont typeface="+mj-lt"/>
              <a:buAutoNum type="arabicPeriod"/>
            </a:pPr>
            <a:r>
              <a:rPr lang="pt-BR" sz="2600"/>
              <a:t>Novos modelos de precificação</a:t>
            </a:r>
          </a:p>
          <a:p>
            <a:pPr marL="457200" indent="-457200" fontAlgn="base">
              <a:buFont typeface="+mj-lt"/>
              <a:buAutoNum type="arabicPeriod"/>
            </a:pPr>
            <a:r>
              <a:rPr lang="pt-BR" sz="2600"/>
              <a:t>Detecção de invasão na rede</a:t>
            </a:r>
          </a:p>
          <a:p>
            <a:pPr marL="457200" indent="-457200" fontAlgn="base">
              <a:buFont typeface="+mj-lt"/>
              <a:buAutoNum type="arabicPeriod"/>
            </a:pPr>
            <a:r>
              <a:rPr lang="pt-BR" sz="2600"/>
              <a:t>Reconhecimento de padrões e imagem</a:t>
            </a:r>
          </a:p>
          <a:p>
            <a:pPr marL="457200" indent="-457200" fontAlgn="base">
              <a:buFont typeface="+mj-lt"/>
              <a:buAutoNum type="arabicPeriod"/>
            </a:pPr>
            <a:r>
              <a:rPr lang="pt-BR" sz="2600"/>
              <a:t>Filtragem de spams no e-mail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pt-BR" sz="3600" dirty="0"/>
          </a:p>
        </p:txBody>
      </p:sp>
      <p:sp>
        <p:nvSpPr>
          <p:cNvPr id="88" name="Título 1">
            <a:extLst>
              <a:ext uri="{FF2B5EF4-FFF2-40B4-BE49-F238E27FC236}">
                <a16:creationId xmlns:a16="http://schemas.microsoft.com/office/drawing/2014/main" id="{87D4509B-5903-436C-B4A3-F0A0CFF576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2357" y="151320"/>
            <a:ext cx="9906000" cy="1477963"/>
          </a:xfrm>
        </p:spPr>
        <p:txBody>
          <a:bodyPr rtlCol="0" anchor="ctr">
            <a:normAutofit fontScale="90000"/>
          </a:bodyPr>
          <a:lstStyle/>
          <a:p>
            <a:r>
              <a:rPr lang="pt-BR" sz="5400" dirty="0"/>
              <a:t>Aplicações de Machine Learning</a:t>
            </a:r>
          </a:p>
        </p:txBody>
      </p:sp>
    </p:spTree>
    <p:extLst>
      <p:ext uri="{BB962C8B-B14F-4D97-AF65-F5344CB8AC3E}">
        <p14:creationId xmlns:p14="http://schemas.microsoft.com/office/powerpoint/2010/main" val="221136017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8000"/>
                <a:hueMod val="94000"/>
                <a:satMod val="148000"/>
                <a:lumMod val="150000"/>
              </a:schemeClr>
            </a:gs>
            <a:gs pos="100000">
              <a:schemeClr val="bg1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>
            <a:extLst>
              <a:ext uri="{FF2B5EF4-FFF2-40B4-BE49-F238E27FC236}">
                <a16:creationId xmlns:a16="http://schemas.microsoft.com/office/drawing/2014/main" id="{9ACD3AF8-B16E-4174-8C1A-41F683C4AF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FF5EAD09-B81D-415F-8BCF-73C81AE05F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0" name="Rectangle 5">
              <a:extLst>
                <a:ext uri="{FF2B5EF4-FFF2-40B4-BE49-F238E27FC236}">
                  <a16:creationId xmlns:a16="http://schemas.microsoft.com/office/drawing/2014/main" id="{CFB79010-8ED4-49EF-AFD2-F4D8C80B69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4649B869-006E-42B5-9DDC-21049B130E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2" name="Freeform 7">
              <a:extLst>
                <a:ext uri="{FF2B5EF4-FFF2-40B4-BE49-F238E27FC236}">
                  <a16:creationId xmlns:a16="http://schemas.microsoft.com/office/drawing/2014/main" id="{443096BD-333F-48B6-8220-D1F9793E40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3" name="Rectangle 8">
              <a:extLst>
                <a:ext uri="{FF2B5EF4-FFF2-40B4-BE49-F238E27FC236}">
                  <a16:creationId xmlns:a16="http://schemas.microsoft.com/office/drawing/2014/main" id="{1A45BB9A-7E84-4B9B-923A-270A97F852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4" name="Freeform 9">
              <a:extLst>
                <a:ext uri="{FF2B5EF4-FFF2-40B4-BE49-F238E27FC236}">
                  <a16:creationId xmlns:a16="http://schemas.microsoft.com/office/drawing/2014/main" id="{D7D7C768-2F76-4DE2-A807-1B9FFF816C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Freeform 10">
              <a:extLst>
                <a:ext uri="{FF2B5EF4-FFF2-40B4-BE49-F238E27FC236}">
                  <a16:creationId xmlns:a16="http://schemas.microsoft.com/office/drawing/2014/main" id="{1870B32E-EE42-470E-B543-CA55AEC8CA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6" name="Freeform 11">
              <a:extLst>
                <a:ext uri="{FF2B5EF4-FFF2-40B4-BE49-F238E27FC236}">
                  <a16:creationId xmlns:a16="http://schemas.microsoft.com/office/drawing/2014/main" id="{EEF09120-11AA-4DB5-98A8-EC4923002C6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2">
              <a:extLst>
                <a:ext uri="{FF2B5EF4-FFF2-40B4-BE49-F238E27FC236}">
                  <a16:creationId xmlns:a16="http://schemas.microsoft.com/office/drawing/2014/main" id="{39CC463D-589C-461C-A234-0460EB06B8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3">
              <a:extLst>
                <a:ext uri="{FF2B5EF4-FFF2-40B4-BE49-F238E27FC236}">
                  <a16:creationId xmlns:a16="http://schemas.microsoft.com/office/drawing/2014/main" id="{B6516153-269A-421E-A021-CB3F3C5E1D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4">
              <a:extLst>
                <a:ext uri="{FF2B5EF4-FFF2-40B4-BE49-F238E27FC236}">
                  <a16:creationId xmlns:a16="http://schemas.microsoft.com/office/drawing/2014/main" id="{45E14300-6C4A-4F77-915F-F3B25B0237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5">
              <a:extLst>
                <a:ext uri="{FF2B5EF4-FFF2-40B4-BE49-F238E27FC236}">
                  <a16:creationId xmlns:a16="http://schemas.microsoft.com/office/drawing/2014/main" id="{993E312A-E6A6-4B52-ADE6-618ADC89BA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6">
              <a:extLst>
                <a:ext uri="{FF2B5EF4-FFF2-40B4-BE49-F238E27FC236}">
                  <a16:creationId xmlns:a16="http://schemas.microsoft.com/office/drawing/2014/main" id="{2F0F3026-2480-472B-8C52-36812C81EF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7">
              <a:extLst>
                <a:ext uri="{FF2B5EF4-FFF2-40B4-BE49-F238E27FC236}">
                  <a16:creationId xmlns:a16="http://schemas.microsoft.com/office/drawing/2014/main" id="{34E1C992-559D-4827-9F30-31A3CA7A2B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8">
              <a:extLst>
                <a:ext uri="{FF2B5EF4-FFF2-40B4-BE49-F238E27FC236}">
                  <a16:creationId xmlns:a16="http://schemas.microsoft.com/office/drawing/2014/main" id="{D9F2FB98-F443-498F-AAD9-6945825681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9">
              <a:extLst>
                <a:ext uri="{FF2B5EF4-FFF2-40B4-BE49-F238E27FC236}">
                  <a16:creationId xmlns:a16="http://schemas.microsoft.com/office/drawing/2014/main" id="{75DBF6EC-ED50-43E4-8A8B-64CE86A880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20">
              <a:extLst>
                <a:ext uri="{FF2B5EF4-FFF2-40B4-BE49-F238E27FC236}">
                  <a16:creationId xmlns:a16="http://schemas.microsoft.com/office/drawing/2014/main" id="{FD854F40-AC43-4F21-9C62-2CE35CFD2B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21">
              <a:extLst>
                <a:ext uri="{FF2B5EF4-FFF2-40B4-BE49-F238E27FC236}">
                  <a16:creationId xmlns:a16="http://schemas.microsoft.com/office/drawing/2014/main" id="{62CCB560-494A-4F74-9DE4-068806A893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2">
              <a:extLst>
                <a:ext uri="{FF2B5EF4-FFF2-40B4-BE49-F238E27FC236}">
                  <a16:creationId xmlns:a16="http://schemas.microsoft.com/office/drawing/2014/main" id="{6F9A05F2-B5D2-4D8A-9A78-14E45C13FE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3">
              <a:extLst>
                <a:ext uri="{FF2B5EF4-FFF2-40B4-BE49-F238E27FC236}">
                  <a16:creationId xmlns:a16="http://schemas.microsoft.com/office/drawing/2014/main" id="{A6373189-19BB-4BEC-84A3-432253E058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4">
              <a:extLst>
                <a:ext uri="{FF2B5EF4-FFF2-40B4-BE49-F238E27FC236}">
                  <a16:creationId xmlns:a16="http://schemas.microsoft.com/office/drawing/2014/main" id="{71AB3122-947A-44DB-B190-A2601C6C95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5">
              <a:extLst>
                <a:ext uri="{FF2B5EF4-FFF2-40B4-BE49-F238E27FC236}">
                  <a16:creationId xmlns:a16="http://schemas.microsoft.com/office/drawing/2014/main" id="{74B4109D-3AFC-4D44-87B1-0CDED3E638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6">
              <a:extLst>
                <a:ext uri="{FF2B5EF4-FFF2-40B4-BE49-F238E27FC236}">
                  <a16:creationId xmlns:a16="http://schemas.microsoft.com/office/drawing/2014/main" id="{44AAD39F-F7C9-4D00-95E0-0465B4E858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7">
              <a:extLst>
                <a:ext uri="{FF2B5EF4-FFF2-40B4-BE49-F238E27FC236}">
                  <a16:creationId xmlns:a16="http://schemas.microsoft.com/office/drawing/2014/main" id="{C1DCAB8D-6EF6-4A84-8D0C-AA9226DEC9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8">
              <a:extLst>
                <a:ext uri="{FF2B5EF4-FFF2-40B4-BE49-F238E27FC236}">
                  <a16:creationId xmlns:a16="http://schemas.microsoft.com/office/drawing/2014/main" id="{C407F97F-83CF-4703-B9E0-6335530E32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9">
              <a:extLst>
                <a:ext uri="{FF2B5EF4-FFF2-40B4-BE49-F238E27FC236}">
                  <a16:creationId xmlns:a16="http://schemas.microsoft.com/office/drawing/2014/main" id="{0D8D2363-5D84-4CFF-89AA-3C93C859DB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30">
              <a:extLst>
                <a:ext uri="{FF2B5EF4-FFF2-40B4-BE49-F238E27FC236}">
                  <a16:creationId xmlns:a16="http://schemas.microsoft.com/office/drawing/2014/main" id="{0435A35C-AC99-4E12-8CB0-9C640DAA94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31">
              <a:extLst>
                <a:ext uri="{FF2B5EF4-FFF2-40B4-BE49-F238E27FC236}">
                  <a16:creationId xmlns:a16="http://schemas.microsoft.com/office/drawing/2014/main" id="{F20392CF-2256-4527-836B-2E6F88596E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2">
              <a:extLst>
                <a:ext uri="{FF2B5EF4-FFF2-40B4-BE49-F238E27FC236}">
                  <a16:creationId xmlns:a16="http://schemas.microsoft.com/office/drawing/2014/main" id="{C52C3AD3-122C-4010-9C55-B0247F8CCAB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Rectangle 33">
              <a:extLst>
                <a:ext uri="{FF2B5EF4-FFF2-40B4-BE49-F238E27FC236}">
                  <a16:creationId xmlns:a16="http://schemas.microsoft.com/office/drawing/2014/main" id="{EFCB53ED-09C0-4AD7-9BBC-366833D5FE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39" name="Freeform 34">
              <a:extLst>
                <a:ext uri="{FF2B5EF4-FFF2-40B4-BE49-F238E27FC236}">
                  <a16:creationId xmlns:a16="http://schemas.microsoft.com/office/drawing/2014/main" id="{6F309F52-BFCF-47D9-8089-BC049540DB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Freeform 35">
              <a:extLst>
                <a:ext uri="{FF2B5EF4-FFF2-40B4-BE49-F238E27FC236}">
                  <a16:creationId xmlns:a16="http://schemas.microsoft.com/office/drawing/2014/main" id="{5F9AE85F-C7AA-4761-B468-2E100829BC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1" name="Freeform 36">
              <a:extLst>
                <a:ext uri="{FF2B5EF4-FFF2-40B4-BE49-F238E27FC236}">
                  <a16:creationId xmlns:a16="http://schemas.microsoft.com/office/drawing/2014/main" id="{2C81C778-91E5-4AE9-AACB-8566E7A28B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7">
              <a:extLst>
                <a:ext uri="{FF2B5EF4-FFF2-40B4-BE49-F238E27FC236}">
                  <a16:creationId xmlns:a16="http://schemas.microsoft.com/office/drawing/2014/main" id="{6C56E0B4-58A0-4B2B-BD56-54121BB8DB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8">
              <a:extLst>
                <a:ext uri="{FF2B5EF4-FFF2-40B4-BE49-F238E27FC236}">
                  <a16:creationId xmlns:a16="http://schemas.microsoft.com/office/drawing/2014/main" id="{88A29CFE-13A6-4509-946F-5C074F856E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9">
              <a:extLst>
                <a:ext uri="{FF2B5EF4-FFF2-40B4-BE49-F238E27FC236}">
                  <a16:creationId xmlns:a16="http://schemas.microsoft.com/office/drawing/2014/main" id="{00235A0A-018B-4499-AC16-AF83457BF4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40">
              <a:extLst>
                <a:ext uri="{FF2B5EF4-FFF2-40B4-BE49-F238E27FC236}">
                  <a16:creationId xmlns:a16="http://schemas.microsoft.com/office/drawing/2014/main" id="{861DF9B7-50DC-4EBE-8B23-97FE92DBBB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41">
              <a:extLst>
                <a:ext uri="{FF2B5EF4-FFF2-40B4-BE49-F238E27FC236}">
                  <a16:creationId xmlns:a16="http://schemas.microsoft.com/office/drawing/2014/main" id="{69673907-73D7-4729-A911-9BD078EC2E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2">
              <a:extLst>
                <a:ext uri="{FF2B5EF4-FFF2-40B4-BE49-F238E27FC236}">
                  <a16:creationId xmlns:a16="http://schemas.microsoft.com/office/drawing/2014/main" id="{4DC844D3-8053-4EE7-A286-50157B6FD8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3">
              <a:extLst>
                <a:ext uri="{FF2B5EF4-FFF2-40B4-BE49-F238E27FC236}">
                  <a16:creationId xmlns:a16="http://schemas.microsoft.com/office/drawing/2014/main" id="{D67575A0-A45A-4773-874C-16370E3670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4">
              <a:extLst>
                <a:ext uri="{FF2B5EF4-FFF2-40B4-BE49-F238E27FC236}">
                  <a16:creationId xmlns:a16="http://schemas.microsoft.com/office/drawing/2014/main" id="{4327252B-B62B-4DE0-A924-B7F6E40AD9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Rectangle 45">
              <a:extLst>
                <a:ext uri="{FF2B5EF4-FFF2-40B4-BE49-F238E27FC236}">
                  <a16:creationId xmlns:a16="http://schemas.microsoft.com/office/drawing/2014/main" id="{778BC6A7-AC19-497B-A7C6-E447B2EBDA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1" name="Freeform 46">
              <a:extLst>
                <a:ext uri="{FF2B5EF4-FFF2-40B4-BE49-F238E27FC236}">
                  <a16:creationId xmlns:a16="http://schemas.microsoft.com/office/drawing/2014/main" id="{4E79A87B-BF1F-437A-9FED-BE93025E50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Freeform 47">
              <a:extLst>
                <a:ext uri="{FF2B5EF4-FFF2-40B4-BE49-F238E27FC236}">
                  <a16:creationId xmlns:a16="http://schemas.microsoft.com/office/drawing/2014/main" id="{DFAAF3CC-B4E0-45C8-AC2D-EF0D6D823D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3" name="Freeform 48">
              <a:extLst>
                <a:ext uri="{FF2B5EF4-FFF2-40B4-BE49-F238E27FC236}">
                  <a16:creationId xmlns:a16="http://schemas.microsoft.com/office/drawing/2014/main" id="{A5A12C87-1E4A-4664-B2F4-A1C8B656F9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9">
              <a:extLst>
                <a:ext uri="{FF2B5EF4-FFF2-40B4-BE49-F238E27FC236}">
                  <a16:creationId xmlns:a16="http://schemas.microsoft.com/office/drawing/2014/main" id="{B3AF8230-4630-4505-ADDB-16A9B6B377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50">
              <a:extLst>
                <a:ext uri="{FF2B5EF4-FFF2-40B4-BE49-F238E27FC236}">
                  <a16:creationId xmlns:a16="http://schemas.microsoft.com/office/drawing/2014/main" id="{33F93F6D-724D-42F3-AF1D-3081EAB5D1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51">
              <a:extLst>
                <a:ext uri="{FF2B5EF4-FFF2-40B4-BE49-F238E27FC236}">
                  <a16:creationId xmlns:a16="http://schemas.microsoft.com/office/drawing/2014/main" id="{F5DD7A8F-FB67-4E79-80DB-0FAF3A0989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2">
              <a:extLst>
                <a:ext uri="{FF2B5EF4-FFF2-40B4-BE49-F238E27FC236}">
                  <a16:creationId xmlns:a16="http://schemas.microsoft.com/office/drawing/2014/main" id="{7B140A84-E89E-4A80-9DF8-7BCA45F908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3">
              <a:extLst>
                <a:ext uri="{FF2B5EF4-FFF2-40B4-BE49-F238E27FC236}">
                  <a16:creationId xmlns:a16="http://schemas.microsoft.com/office/drawing/2014/main" id="{279E1D6A-EFE2-44C6-A5BF-DFADF0DC91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4">
              <a:extLst>
                <a:ext uri="{FF2B5EF4-FFF2-40B4-BE49-F238E27FC236}">
                  <a16:creationId xmlns:a16="http://schemas.microsoft.com/office/drawing/2014/main" id="{C9FA2204-561F-4ABB-988C-03053820F1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5">
              <a:extLst>
                <a:ext uri="{FF2B5EF4-FFF2-40B4-BE49-F238E27FC236}">
                  <a16:creationId xmlns:a16="http://schemas.microsoft.com/office/drawing/2014/main" id="{8BD7D04E-AC0A-424F-BC40-28842DAFFA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6">
              <a:extLst>
                <a:ext uri="{FF2B5EF4-FFF2-40B4-BE49-F238E27FC236}">
                  <a16:creationId xmlns:a16="http://schemas.microsoft.com/office/drawing/2014/main" id="{32B616A2-FE09-47DD-B58C-12EE58B7CA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7">
              <a:extLst>
                <a:ext uri="{FF2B5EF4-FFF2-40B4-BE49-F238E27FC236}">
                  <a16:creationId xmlns:a16="http://schemas.microsoft.com/office/drawing/2014/main" id="{08C5EAF5-6064-484E-BA05-80D09D84EA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8">
              <a:extLst>
                <a:ext uri="{FF2B5EF4-FFF2-40B4-BE49-F238E27FC236}">
                  <a16:creationId xmlns:a16="http://schemas.microsoft.com/office/drawing/2014/main" id="{F11D90DF-D275-4725-884C-77E5E01D89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9BE10567-6165-46A7-867D-4690A16B46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1"/>
            <a:ext cx="12192003" cy="6858001"/>
            <a:chOff x="0" y="-1"/>
            <a:chExt cx="12192003" cy="6858001"/>
          </a:xfrm>
        </p:grpSpPr>
        <p:sp useBgFill="1">
          <p:nvSpPr>
            <p:cNvPr id="66" name="Rectangle 65">
              <a:extLst>
                <a:ext uri="{FF2B5EF4-FFF2-40B4-BE49-F238E27FC236}">
                  <a16:creationId xmlns:a16="http://schemas.microsoft.com/office/drawing/2014/main" id="{0F4DB1F4-429C-4C85-85D7-C4D81996D3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" y="-1"/>
              <a:ext cx="121920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67" name="Picture 2">
              <a:extLst>
                <a:ext uri="{FF2B5EF4-FFF2-40B4-BE49-F238E27FC236}">
                  <a16:creationId xmlns:a16="http://schemas.microsoft.com/office/drawing/2014/main" id="{159C0DA6-71D9-4C96-A774-7FADF5E0A4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 noChangeArrowheads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2">
              <a:alphaModFix amt="30000"/>
              <a:duotone>
                <a:prstClr val="black"/>
                <a:schemeClr val="tx2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-1"/>
              <a:ext cx="12192003" cy="685800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69" name="Round Diagonal Corner Rectangle 7">
            <a:extLst>
              <a:ext uri="{FF2B5EF4-FFF2-40B4-BE49-F238E27FC236}">
                <a16:creationId xmlns:a16="http://schemas.microsoft.com/office/drawing/2014/main" id="{4B24F6DB-F114-44A7-BB56-D401884E4E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582333" y="2235200"/>
            <a:ext cx="7027334" cy="2396067"/>
          </a:xfrm>
          <a:prstGeom prst="round2DiagRect">
            <a:avLst>
              <a:gd name="adj1" fmla="val 9246"/>
              <a:gd name="adj2" fmla="val 0"/>
            </a:avLst>
          </a:prstGeom>
          <a:solidFill>
            <a:srgbClr val="000000">
              <a:alpha val="80000"/>
            </a:srgbClr>
          </a:solidFill>
          <a:ln w="19050" cap="sq">
            <a:solidFill>
              <a:schemeClr val="tx2"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1" name="Group 70">
            <a:extLst>
              <a:ext uri="{FF2B5EF4-FFF2-40B4-BE49-F238E27FC236}">
                <a16:creationId xmlns:a16="http://schemas.microsoft.com/office/drawing/2014/main" id="{4DB50ECD-225E-4F81-AF7B-706DD05F3B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05895" y="2900097"/>
            <a:ext cx="10982062" cy="1211524"/>
            <a:chOff x="605895" y="2900097"/>
            <a:chExt cx="10982062" cy="1211524"/>
          </a:xfrm>
          <a:effectLst/>
        </p:grpSpPr>
        <p:sp>
          <p:nvSpPr>
            <p:cNvPr id="72" name="Freeform 32">
              <a:extLst>
                <a:ext uri="{FF2B5EF4-FFF2-40B4-BE49-F238E27FC236}">
                  <a16:creationId xmlns:a16="http://schemas.microsoft.com/office/drawing/2014/main" id="{CBC3B006-1357-4969-BC3D-CDD91E492B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 flipV="1">
              <a:off x="9653587" y="3379784"/>
              <a:ext cx="417513" cy="512763"/>
            </a:xfrm>
            <a:custGeom>
              <a:avLst/>
              <a:gdLst/>
              <a:ahLst/>
              <a:cxnLst/>
              <a:rect l="0" t="0" r="r" b="b"/>
              <a:pathLst>
                <a:path w="263" h="323">
                  <a:moveTo>
                    <a:pt x="12" y="323"/>
                  </a:moveTo>
                  <a:lnTo>
                    <a:pt x="0" y="314"/>
                  </a:lnTo>
                  <a:lnTo>
                    <a:pt x="203" y="108"/>
                  </a:lnTo>
                  <a:lnTo>
                    <a:pt x="248" y="0"/>
                  </a:lnTo>
                  <a:lnTo>
                    <a:pt x="263" y="6"/>
                  </a:lnTo>
                  <a:lnTo>
                    <a:pt x="218" y="117"/>
                  </a:lnTo>
                  <a:lnTo>
                    <a:pt x="218" y="117"/>
                  </a:lnTo>
                  <a:lnTo>
                    <a:pt x="12" y="323"/>
                  </a:ln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</p:sp>
        <p:sp>
          <p:nvSpPr>
            <p:cNvPr id="73" name="Freeform 33">
              <a:extLst>
                <a:ext uri="{FF2B5EF4-FFF2-40B4-BE49-F238E27FC236}">
                  <a16:creationId xmlns:a16="http://schemas.microsoft.com/office/drawing/2014/main" id="{0D6E4F1D-B331-41B5-90EF-2236C1EE15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 flipV="1">
              <a:off x="10078244" y="3310728"/>
              <a:ext cx="157163" cy="152400"/>
            </a:xfrm>
            <a:custGeom>
              <a:avLst/>
              <a:gdLst/>
              <a:ahLst/>
              <a:cxnLst/>
              <a:rect l="0" t="0" r="r" b="b"/>
              <a:pathLst>
                <a:path w="33" h="32">
                  <a:moveTo>
                    <a:pt x="17" y="32"/>
                  </a:moveTo>
                  <a:cubicBezTo>
                    <a:pt x="13" y="32"/>
                    <a:pt x="9" y="30"/>
                    <a:pt x="6" y="27"/>
                  </a:cubicBezTo>
                  <a:cubicBezTo>
                    <a:pt x="0" y="21"/>
                    <a:pt x="0" y="11"/>
                    <a:pt x="6" y="5"/>
                  </a:cubicBezTo>
                  <a:cubicBezTo>
                    <a:pt x="9" y="2"/>
                    <a:pt x="13" y="0"/>
                    <a:pt x="17" y="0"/>
                  </a:cubicBezTo>
                  <a:cubicBezTo>
                    <a:pt x="21" y="0"/>
                    <a:pt x="25" y="2"/>
                    <a:pt x="28" y="5"/>
                  </a:cubicBezTo>
                  <a:cubicBezTo>
                    <a:pt x="31" y="8"/>
                    <a:pt x="33" y="12"/>
                    <a:pt x="33" y="16"/>
                  </a:cubicBezTo>
                  <a:cubicBezTo>
                    <a:pt x="33" y="20"/>
                    <a:pt x="31" y="24"/>
                    <a:pt x="28" y="27"/>
                  </a:cubicBezTo>
                  <a:cubicBezTo>
                    <a:pt x="25" y="30"/>
                    <a:pt x="21" y="32"/>
                    <a:pt x="17" y="32"/>
                  </a:cubicBezTo>
                  <a:close/>
                  <a:moveTo>
                    <a:pt x="17" y="4"/>
                  </a:moveTo>
                  <a:cubicBezTo>
                    <a:pt x="14" y="4"/>
                    <a:pt x="11" y="6"/>
                    <a:pt x="9" y="8"/>
                  </a:cubicBezTo>
                  <a:cubicBezTo>
                    <a:pt x="4" y="12"/>
                    <a:pt x="4" y="20"/>
                    <a:pt x="9" y="24"/>
                  </a:cubicBezTo>
                  <a:cubicBezTo>
                    <a:pt x="11" y="27"/>
                    <a:pt x="14" y="28"/>
                    <a:pt x="17" y="28"/>
                  </a:cubicBezTo>
                  <a:cubicBezTo>
                    <a:pt x="20" y="28"/>
                    <a:pt x="23" y="27"/>
                    <a:pt x="26" y="24"/>
                  </a:cubicBezTo>
                  <a:cubicBezTo>
                    <a:pt x="30" y="20"/>
                    <a:pt x="30" y="12"/>
                    <a:pt x="26" y="8"/>
                  </a:cubicBezTo>
                  <a:cubicBezTo>
                    <a:pt x="23" y="6"/>
                    <a:pt x="20" y="4"/>
                    <a:pt x="17" y="4"/>
                  </a:cubicBez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</p:sp>
        <p:sp>
          <p:nvSpPr>
            <p:cNvPr id="74" name="Freeform 34">
              <a:extLst>
                <a:ext uri="{FF2B5EF4-FFF2-40B4-BE49-F238E27FC236}">
                  <a16:creationId xmlns:a16="http://schemas.microsoft.com/office/drawing/2014/main" id="{54A60014-21DF-44E5-9137-4335718850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 flipV="1">
              <a:off x="11146631" y="3574253"/>
              <a:ext cx="188913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</p:sp>
        <p:sp>
          <p:nvSpPr>
            <p:cNvPr id="75" name="Freeform 37">
              <a:extLst>
                <a:ext uri="{FF2B5EF4-FFF2-40B4-BE49-F238E27FC236}">
                  <a16:creationId xmlns:a16="http://schemas.microsoft.com/office/drawing/2014/main" id="{40B768C0-B003-45F4-9A06-EA3509A90B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 flipV="1">
              <a:off x="10230644" y="3034502"/>
              <a:ext cx="304800" cy="1544638"/>
            </a:xfrm>
            <a:custGeom>
              <a:avLst/>
              <a:gdLst/>
              <a:ahLst/>
              <a:cxnLst/>
              <a:rect l="0" t="0" r="r" b="b"/>
              <a:pathLst>
                <a:path w="192" h="973">
                  <a:moveTo>
                    <a:pt x="15" y="973"/>
                  </a:moveTo>
                  <a:lnTo>
                    <a:pt x="0" y="973"/>
                  </a:lnTo>
                  <a:lnTo>
                    <a:pt x="0" y="790"/>
                  </a:lnTo>
                  <a:lnTo>
                    <a:pt x="174" y="614"/>
                  </a:lnTo>
                  <a:lnTo>
                    <a:pt x="174" y="0"/>
                  </a:lnTo>
                  <a:lnTo>
                    <a:pt x="192" y="0"/>
                  </a:lnTo>
                  <a:lnTo>
                    <a:pt x="192" y="620"/>
                  </a:lnTo>
                  <a:lnTo>
                    <a:pt x="15" y="796"/>
                  </a:lnTo>
                  <a:lnTo>
                    <a:pt x="15" y="973"/>
                  </a:ln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</p:sp>
        <p:sp>
          <p:nvSpPr>
            <p:cNvPr id="76" name="Freeform 35">
              <a:extLst>
                <a:ext uri="{FF2B5EF4-FFF2-40B4-BE49-F238E27FC236}">
                  <a16:creationId xmlns:a16="http://schemas.microsoft.com/office/drawing/2014/main" id="{5E479182-2054-4AD9-823D-81CFAD7F2C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>
              <a:off x="10034587" y="2562753"/>
              <a:ext cx="298450" cy="1154113"/>
            </a:xfrm>
            <a:custGeom>
              <a:avLst/>
              <a:gdLst/>
              <a:ahLst/>
              <a:cxnLst/>
              <a:rect l="0" t="0" r="r" b="b"/>
              <a:pathLst>
                <a:path w="188" h="727">
                  <a:moveTo>
                    <a:pt x="15" y="727"/>
                  </a:moveTo>
                  <a:lnTo>
                    <a:pt x="0" y="727"/>
                  </a:lnTo>
                  <a:lnTo>
                    <a:pt x="0" y="407"/>
                  </a:lnTo>
                  <a:lnTo>
                    <a:pt x="0" y="407"/>
                  </a:lnTo>
                  <a:lnTo>
                    <a:pt x="176" y="0"/>
                  </a:lnTo>
                  <a:lnTo>
                    <a:pt x="188" y="6"/>
                  </a:lnTo>
                  <a:lnTo>
                    <a:pt x="15" y="410"/>
                  </a:lnTo>
                  <a:lnTo>
                    <a:pt x="15" y="727"/>
                  </a:ln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</p:sp>
        <p:sp>
          <p:nvSpPr>
            <p:cNvPr id="77" name="Freeform 36">
              <a:extLst>
                <a:ext uri="{FF2B5EF4-FFF2-40B4-BE49-F238E27FC236}">
                  <a16:creationId xmlns:a16="http://schemas.microsoft.com/office/drawing/2014/main" id="{A7D912CF-756A-41F1-8BF1-5BA7D1BD05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>
              <a:off x="10747375" y="3232679"/>
              <a:ext cx="157163" cy="155575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5"/>
                    <a:pt x="0" y="16"/>
                  </a:cubicBezTo>
                  <a:cubicBezTo>
                    <a:pt x="0" y="7"/>
                    <a:pt x="8" y="0"/>
                    <a:pt x="17" y="0"/>
                  </a:cubicBezTo>
                  <a:cubicBezTo>
                    <a:pt x="26" y="0"/>
                    <a:pt x="33" y="7"/>
                    <a:pt x="33" y="16"/>
                  </a:cubicBezTo>
                  <a:cubicBezTo>
                    <a:pt x="33" y="25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9"/>
                    <a:pt x="4" y="16"/>
                  </a:cubicBezTo>
                  <a:cubicBezTo>
                    <a:pt x="4" y="23"/>
                    <a:pt x="10" y="29"/>
                    <a:pt x="17" y="29"/>
                  </a:cubicBezTo>
                  <a:cubicBezTo>
                    <a:pt x="23" y="29"/>
                    <a:pt x="29" y="23"/>
                    <a:pt x="29" y="16"/>
                  </a:cubicBezTo>
                  <a:cubicBezTo>
                    <a:pt x="29" y="9"/>
                    <a:pt x="23" y="4"/>
                    <a:pt x="17" y="4"/>
                  </a:cubicBez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</p:sp>
        <p:sp>
          <p:nvSpPr>
            <p:cNvPr id="78" name="Freeform 38">
              <a:extLst>
                <a:ext uri="{FF2B5EF4-FFF2-40B4-BE49-F238E27FC236}">
                  <a16:creationId xmlns:a16="http://schemas.microsoft.com/office/drawing/2014/main" id="{734B6F35-2160-44B1-AB00-F628C84B14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>
              <a:off x="11399044" y="3095360"/>
              <a:ext cx="188913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</p:sp>
        <p:sp>
          <p:nvSpPr>
            <p:cNvPr id="79" name="Freeform 39">
              <a:extLst>
                <a:ext uri="{FF2B5EF4-FFF2-40B4-BE49-F238E27FC236}">
                  <a16:creationId xmlns:a16="http://schemas.microsoft.com/office/drawing/2014/main" id="{D8657E76-4F63-44FE-86C5-54CA174FCB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>
              <a:off x="10353675" y="2153178"/>
              <a:ext cx="307975" cy="1801813"/>
            </a:xfrm>
            <a:custGeom>
              <a:avLst/>
              <a:gdLst/>
              <a:ahLst/>
              <a:cxnLst/>
              <a:rect l="0" t="0" r="r" b="b"/>
              <a:pathLst>
                <a:path w="194" h="1135">
                  <a:moveTo>
                    <a:pt x="18" y="1135"/>
                  </a:moveTo>
                  <a:lnTo>
                    <a:pt x="0" y="1135"/>
                  </a:lnTo>
                  <a:lnTo>
                    <a:pt x="0" y="354"/>
                  </a:lnTo>
                  <a:lnTo>
                    <a:pt x="176" y="177"/>
                  </a:lnTo>
                  <a:lnTo>
                    <a:pt x="176" y="0"/>
                  </a:lnTo>
                  <a:lnTo>
                    <a:pt x="194" y="0"/>
                  </a:lnTo>
                  <a:lnTo>
                    <a:pt x="194" y="183"/>
                  </a:lnTo>
                  <a:lnTo>
                    <a:pt x="18" y="360"/>
                  </a:lnTo>
                  <a:lnTo>
                    <a:pt x="18" y="1135"/>
                  </a:ln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</p:sp>
        <p:sp>
          <p:nvSpPr>
            <p:cNvPr id="80" name="Freeform 40">
              <a:extLst>
                <a:ext uri="{FF2B5EF4-FFF2-40B4-BE49-F238E27FC236}">
                  <a16:creationId xmlns:a16="http://schemas.microsoft.com/office/drawing/2014/main" id="{482CEB8C-90E5-4152-8B52-A2881B98A3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>
              <a:off x="9848850" y="330887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</p:sp>
        <p:sp>
          <p:nvSpPr>
            <p:cNvPr id="81" name="Rectangle 41">
              <a:extLst>
                <a:ext uri="{FF2B5EF4-FFF2-40B4-BE49-F238E27FC236}">
                  <a16:creationId xmlns:a16="http://schemas.microsoft.com/office/drawing/2014/main" id="{85010FC2-BC4C-4692-876D-7FE363BFC6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>
              <a:off x="9721056" y="3284272"/>
              <a:ext cx="23813" cy="252413"/>
            </a:xfrm>
            <a:prstGeom prst="rect">
              <a:avLst/>
            </a:pr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</p:sp>
        <p:sp>
          <p:nvSpPr>
            <p:cNvPr id="82" name="Freeform 32">
              <a:extLst>
                <a:ext uri="{FF2B5EF4-FFF2-40B4-BE49-F238E27FC236}">
                  <a16:creationId xmlns:a16="http://schemas.microsoft.com/office/drawing/2014/main" id="{714C1223-2B78-4715-9ACB-079A60D16D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6200000" flipH="1" flipV="1">
              <a:off x="2122751" y="3532184"/>
              <a:ext cx="417513" cy="512763"/>
            </a:xfrm>
            <a:custGeom>
              <a:avLst/>
              <a:gdLst/>
              <a:ahLst/>
              <a:cxnLst/>
              <a:rect l="0" t="0" r="r" b="b"/>
              <a:pathLst>
                <a:path w="263" h="323">
                  <a:moveTo>
                    <a:pt x="12" y="323"/>
                  </a:moveTo>
                  <a:lnTo>
                    <a:pt x="0" y="314"/>
                  </a:lnTo>
                  <a:lnTo>
                    <a:pt x="203" y="108"/>
                  </a:lnTo>
                  <a:lnTo>
                    <a:pt x="248" y="0"/>
                  </a:lnTo>
                  <a:lnTo>
                    <a:pt x="263" y="6"/>
                  </a:lnTo>
                  <a:lnTo>
                    <a:pt x="218" y="117"/>
                  </a:lnTo>
                  <a:lnTo>
                    <a:pt x="218" y="117"/>
                  </a:lnTo>
                  <a:lnTo>
                    <a:pt x="12" y="323"/>
                  </a:ln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</p:sp>
        <p:sp>
          <p:nvSpPr>
            <p:cNvPr id="83" name="Freeform 33">
              <a:extLst>
                <a:ext uri="{FF2B5EF4-FFF2-40B4-BE49-F238E27FC236}">
                  <a16:creationId xmlns:a16="http://schemas.microsoft.com/office/drawing/2014/main" id="{1D9109D3-C92A-410B-9B43-5F02B2D84E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6200000" flipH="1" flipV="1">
              <a:off x="1958445" y="3463128"/>
              <a:ext cx="157163" cy="152400"/>
            </a:xfrm>
            <a:custGeom>
              <a:avLst/>
              <a:gdLst/>
              <a:ahLst/>
              <a:cxnLst/>
              <a:rect l="0" t="0" r="r" b="b"/>
              <a:pathLst>
                <a:path w="33" h="32">
                  <a:moveTo>
                    <a:pt x="17" y="32"/>
                  </a:moveTo>
                  <a:cubicBezTo>
                    <a:pt x="13" y="32"/>
                    <a:pt x="9" y="30"/>
                    <a:pt x="6" y="27"/>
                  </a:cubicBezTo>
                  <a:cubicBezTo>
                    <a:pt x="0" y="21"/>
                    <a:pt x="0" y="11"/>
                    <a:pt x="6" y="5"/>
                  </a:cubicBezTo>
                  <a:cubicBezTo>
                    <a:pt x="9" y="2"/>
                    <a:pt x="13" y="0"/>
                    <a:pt x="17" y="0"/>
                  </a:cubicBezTo>
                  <a:cubicBezTo>
                    <a:pt x="21" y="0"/>
                    <a:pt x="25" y="2"/>
                    <a:pt x="28" y="5"/>
                  </a:cubicBezTo>
                  <a:cubicBezTo>
                    <a:pt x="31" y="8"/>
                    <a:pt x="33" y="12"/>
                    <a:pt x="33" y="16"/>
                  </a:cubicBezTo>
                  <a:cubicBezTo>
                    <a:pt x="33" y="20"/>
                    <a:pt x="31" y="24"/>
                    <a:pt x="28" y="27"/>
                  </a:cubicBezTo>
                  <a:cubicBezTo>
                    <a:pt x="25" y="30"/>
                    <a:pt x="21" y="32"/>
                    <a:pt x="17" y="32"/>
                  </a:cubicBezTo>
                  <a:close/>
                  <a:moveTo>
                    <a:pt x="17" y="4"/>
                  </a:moveTo>
                  <a:cubicBezTo>
                    <a:pt x="14" y="4"/>
                    <a:pt x="11" y="6"/>
                    <a:pt x="9" y="8"/>
                  </a:cubicBezTo>
                  <a:cubicBezTo>
                    <a:pt x="4" y="12"/>
                    <a:pt x="4" y="20"/>
                    <a:pt x="9" y="24"/>
                  </a:cubicBezTo>
                  <a:cubicBezTo>
                    <a:pt x="11" y="27"/>
                    <a:pt x="14" y="28"/>
                    <a:pt x="17" y="28"/>
                  </a:cubicBezTo>
                  <a:cubicBezTo>
                    <a:pt x="20" y="28"/>
                    <a:pt x="23" y="27"/>
                    <a:pt x="26" y="24"/>
                  </a:cubicBezTo>
                  <a:cubicBezTo>
                    <a:pt x="30" y="20"/>
                    <a:pt x="30" y="12"/>
                    <a:pt x="26" y="8"/>
                  </a:cubicBezTo>
                  <a:cubicBezTo>
                    <a:pt x="23" y="6"/>
                    <a:pt x="20" y="4"/>
                    <a:pt x="17" y="4"/>
                  </a:cubicBez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</p:sp>
        <p:sp>
          <p:nvSpPr>
            <p:cNvPr id="84" name="Freeform 34">
              <a:extLst>
                <a:ext uri="{FF2B5EF4-FFF2-40B4-BE49-F238E27FC236}">
                  <a16:creationId xmlns:a16="http://schemas.microsoft.com/office/drawing/2014/main" id="{EF5B327A-A1AE-42F3-815E-84F4AA2948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6200000" flipH="1" flipV="1">
              <a:off x="858308" y="3726653"/>
              <a:ext cx="188913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</p:sp>
        <p:sp>
          <p:nvSpPr>
            <p:cNvPr id="85" name="Freeform 37">
              <a:extLst>
                <a:ext uri="{FF2B5EF4-FFF2-40B4-BE49-F238E27FC236}">
                  <a16:creationId xmlns:a16="http://schemas.microsoft.com/office/drawing/2014/main" id="{77738BDE-751F-4D4C-B4C4-C9DF3EA291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6200000" flipH="1" flipV="1">
              <a:off x="1658407" y="3186902"/>
              <a:ext cx="304800" cy="1544638"/>
            </a:xfrm>
            <a:custGeom>
              <a:avLst/>
              <a:gdLst/>
              <a:ahLst/>
              <a:cxnLst/>
              <a:rect l="0" t="0" r="r" b="b"/>
              <a:pathLst>
                <a:path w="192" h="973">
                  <a:moveTo>
                    <a:pt x="15" y="973"/>
                  </a:moveTo>
                  <a:lnTo>
                    <a:pt x="0" y="973"/>
                  </a:lnTo>
                  <a:lnTo>
                    <a:pt x="0" y="790"/>
                  </a:lnTo>
                  <a:lnTo>
                    <a:pt x="174" y="614"/>
                  </a:lnTo>
                  <a:lnTo>
                    <a:pt x="174" y="0"/>
                  </a:lnTo>
                  <a:lnTo>
                    <a:pt x="192" y="0"/>
                  </a:lnTo>
                  <a:lnTo>
                    <a:pt x="192" y="620"/>
                  </a:lnTo>
                  <a:lnTo>
                    <a:pt x="15" y="796"/>
                  </a:lnTo>
                  <a:lnTo>
                    <a:pt x="15" y="973"/>
                  </a:ln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</p:sp>
        <p:sp>
          <p:nvSpPr>
            <p:cNvPr id="86" name="Freeform 35">
              <a:extLst>
                <a:ext uri="{FF2B5EF4-FFF2-40B4-BE49-F238E27FC236}">
                  <a16:creationId xmlns:a16="http://schemas.microsoft.com/office/drawing/2014/main" id="{9C8C4AD6-72BF-490C-963C-97C7FD7E7E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6200000" flipH="1">
              <a:off x="1860814" y="2715153"/>
              <a:ext cx="298450" cy="1154113"/>
            </a:xfrm>
            <a:custGeom>
              <a:avLst/>
              <a:gdLst/>
              <a:ahLst/>
              <a:cxnLst/>
              <a:rect l="0" t="0" r="r" b="b"/>
              <a:pathLst>
                <a:path w="188" h="727">
                  <a:moveTo>
                    <a:pt x="15" y="727"/>
                  </a:moveTo>
                  <a:lnTo>
                    <a:pt x="0" y="727"/>
                  </a:lnTo>
                  <a:lnTo>
                    <a:pt x="0" y="407"/>
                  </a:lnTo>
                  <a:lnTo>
                    <a:pt x="0" y="407"/>
                  </a:lnTo>
                  <a:lnTo>
                    <a:pt x="176" y="0"/>
                  </a:lnTo>
                  <a:lnTo>
                    <a:pt x="188" y="6"/>
                  </a:lnTo>
                  <a:lnTo>
                    <a:pt x="15" y="410"/>
                  </a:lnTo>
                  <a:lnTo>
                    <a:pt x="15" y="727"/>
                  </a:ln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</p:sp>
        <p:sp>
          <p:nvSpPr>
            <p:cNvPr id="87" name="Freeform 36">
              <a:extLst>
                <a:ext uri="{FF2B5EF4-FFF2-40B4-BE49-F238E27FC236}">
                  <a16:creationId xmlns:a16="http://schemas.microsoft.com/office/drawing/2014/main" id="{94990E31-5AA8-4502-A963-CE1B539DAC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6200000" flipH="1">
              <a:off x="1289314" y="3385079"/>
              <a:ext cx="157163" cy="155575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5"/>
                    <a:pt x="0" y="16"/>
                  </a:cubicBezTo>
                  <a:cubicBezTo>
                    <a:pt x="0" y="7"/>
                    <a:pt x="8" y="0"/>
                    <a:pt x="17" y="0"/>
                  </a:cubicBezTo>
                  <a:cubicBezTo>
                    <a:pt x="26" y="0"/>
                    <a:pt x="33" y="7"/>
                    <a:pt x="33" y="16"/>
                  </a:cubicBezTo>
                  <a:cubicBezTo>
                    <a:pt x="33" y="25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9"/>
                    <a:pt x="4" y="16"/>
                  </a:cubicBezTo>
                  <a:cubicBezTo>
                    <a:pt x="4" y="23"/>
                    <a:pt x="10" y="29"/>
                    <a:pt x="17" y="29"/>
                  </a:cubicBezTo>
                  <a:cubicBezTo>
                    <a:pt x="23" y="29"/>
                    <a:pt x="29" y="23"/>
                    <a:pt x="29" y="16"/>
                  </a:cubicBezTo>
                  <a:cubicBezTo>
                    <a:pt x="29" y="9"/>
                    <a:pt x="23" y="4"/>
                    <a:pt x="17" y="4"/>
                  </a:cubicBez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</p:sp>
        <p:sp>
          <p:nvSpPr>
            <p:cNvPr id="88" name="Freeform 38">
              <a:extLst>
                <a:ext uri="{FF2B5EF4-FFF2-40B4-BE49-F238E27FC236}">
                  <a16:creationId xmlns:a16="http://schemas.microsoft.com/office/drawing/2014/main" id="{9E703E9D-ED76-449C-A8C0-7A1E24B8B2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6200000" flipH="1">
              <a:off x="605895" y="3247760"/>
              <a:ext cx="188913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</p:sp>
        <p:sp>
          <p:nvSpPr>
            <p:cNvPr id="89" name="Freeform 39">
              <a:extLst>
                <a:ext uri="{FF2B5EF4-FFF2-40B4-BE49-F238E27FC236}">
                  <a16:creationId xmlns:a16="http://schemas.microsoft.com/office/drawing/2014/main" id="{C70A75E8-C815-4CCF-ABEE-83F19BFE05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6200000" flipH="1">
              <a:off x="1532202" y="2305578"/>
              <a:ext cx="307975" cy="1801813"/>
            </a:xfrm>
            <a:custGeom>
              <a:avLst/>
              <a:gdLst/>
              <a:ahLst/>
              <a:cxnLst/>
              <a:rect l="0" t="0" r="r" b="b"/>
              <a:pathLst>
                <a:path w="194" h="1135">
                  <a:moveTo>
                    <a:pt x="18" y="1135"/>
                  </a:moveTo>
                  <a:lnTo>
                    <a:pt x="0" y="1135"/>
                  </a:lnTo>
                  <a:lnTo>
                    <a:pt x="0" y="354"/>
                  </a:lnTo>
                  <a:lnTo>
                    <a:pt x="176" y="177"/>
                  </a:lnTo>
                  <a:lnTo>
                    <a:pt x="176" y="0"/>
                  </a:lnTo>
                  <a:lnTo>
                    <a:pt x="194" y="0"/>
                  </a:lnTo>
                  <a:lnTo>
                    <a:pt x="194" y="183"/>
                  </a:lnTo>
                  <a:lnTo>
                    <a:pt x="18" y="360"/>
                  </a:lnTo>
                  <a:lnTo>
                    <a:pt x="18" y="1135"/>
                  </a:ln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</p:sp>
        <p:sp>
          <p:nvSpPr>
            <p:cNvPr id="90" name="Freeform 40">
              <a:extLst>
                <a:ext uri="{FF2B5EF4-FFF2-40B4-BE49-F238E27FC236}">
                  <a16:creationId xmlns:a16="http://schemas.microsoft.com/office/drawing/2014/main" id="{E15638E1-6A92-4D31-A034-853A65A754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6200000" flipH="1">
              <a:off x="2154501" y="346127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</p:sp>
        <p:sp>
          <p:nvSpPr>
            <p:cNvPr id="91" name="Rectangle 41">
              <a:extLst>
                <a:ext uri="{FF2B5EF4-FFF2-40B4-BE49-F238E27FC236}">
                  <a16:creationId xmlns:a16="http://schemas.microsoft.com/office/drawing/2014/main" id="{EA3E8D58-D52B-4300-8A50-5696430D1A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6200000" flipH="1">
              <a:off x="2448983" y="3436672"/>
              <a:ext cx="23813" cy="252413"/>
            </a:xfrm>
            <a:prstGeom prst="rect">
              <a:avLst/>
            </a:pr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6B166F45-B532-47B5-BA6D-5899DB5CD9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7000" y="2921868"/>
            <a:ext cx="6858000" cy="1079169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4800" dirty="0" err="1">
                <a:solidFill>
                  <a:srgbClr val="FFFFFF"/>
                </a:solidFill>
              </a:rPr>
              <a:t>Passos</a:t>
            </a:r>
            <a:r>
              <a:rPr lang="en-US" sz="4800" dirty="0">
                <a:solidFill>
                  <a:srgbClr val="FFFFFF"/>
                </a:solidFill>
              </a:rPr>
              <a:t> para </a:t>
            </a:r>
            <a:r>
              <a:rPr lang="en-US" sz="4800" dirty="0" err="1">
                <a:solidFill>
                  <a:srgbClr val="FFFFFF"/>
                </a:solidFill>
              </a:rPr>
              <a:t>aplicar</a:t>
            </a:r>
            <a:r>
              <a:rPr lang="en-US" sz="4800" dirty="0">
                <a:solidFill>
                  <a:srgbClr val="FFFFFF"/>
                </a:solidFill>
              </a:rPr>
              <a:t> I.A</a:t>
            </a:r>
          </a:p>
        </p:txBody>
      </p:sp>
    </p:spTree>
    <p:extLst>
      <p:ext uri="{BB962C8B-B14F-4D97-AF65-F5344CB8AC3E}">
        <p14:creationId xmlns:p14="http://schemas.microsoft.com/office/powerpoint/2010/main" val="424476790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Group 25">
            <a:extLst>
              <a:ext uri="{FF2B5EF4-FFF2-40B4-BE49-F238E27FC236}">
                <a16:creationId xmlns:a16="http://schemas.microsoft.com/office/drawing/2014/main" id="{2AA951EB-D92C-4664-B069-0950B110D7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1"/>
            <a:ext cx="12192003" cy="6858001"/>
            <a:chOff x="0" y="-1"/>
            <a:chExt cx="12192003" cy="6858001"/>
          </a:xfrm>
        </p:grpSpPr>
        <p:sp useBgFill="1">
          <p:nvSpPr>
            <p:cNvPr id="27" name="Rectangle 26">
              <a:extLst>
                <a:ext uri="{FF2B5EF4-FFF2-40B4-BE49-F238E27FC236}">
                  <a16:creationId xmlns:a16="http://schemas.microsoft.com/office/drawing/2014/main" id="{D2557383-0505-41A8-8790-0DC7433157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" y="-1"/>
              <a:ext cx="121920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8" name="Picture 2">
              <a:extLst>
                <a:ext uri="{FF2B5EF4-FFF2-40B4-BE49-F238E27FC236}">
                  <a16:creationId xmlns:a16="http://schemas.microsoft.com/office/drawing/2014/main" id="{B8F446A7-2D9D-4B2C-B5AA-76C5130599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 noChangeArrowheads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3">
              <a:alphaModFix amt="30000"/>
              <a:duotone>
                <a:prstClr val="black"/>
                <a:schemeClr val="tx2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-1"/>
              <a:ext cx="12192003" cy="685800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50A7EA83-60DF-47D8-8538-E7F234A4CA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72533" y="0"/>
            <a:ext cx="11455400" cy="6848476"/>
            <a:chOff x="372533" y="0"/>
            <a:chExt cx="11455400" cy="6848476"/>
          </a:xfrm>
        </p:grpSpPr>
        <p:sp>
          <p:nvSpPr>
            <p:cNvPr id="31" name="Round Diagonal Corner Rectangle 7">
              <a:extLst>
                <a:ext uri="{FF2B5EF4-FFF2-40B4-BE49-F238E27FC236}">
                  <a16:creationId xmlns:a16="http://schemas.microsoft.com/office/drawing/2014/main" id="{0DC32959-063F-42FB-843F-52AAB4D977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22867" y="766234"/>
              <a:ext cx="10346266" cy="5325532"/>
            </a:xfrm>
            <a:prstGeom prst="round2DiagRect">
              <a:avLst>
                <a:gd name="adj1" fmla="val 4147"/>
                <a:gd name="adj2" fmla="val 0"/>
              </a:avLst>
            </a:prstGeom>
            <a:solidFill>
              <a:schemeClr val="bg1">
                <a:alpha val="80000"/>
              </a:schemeClr>
            </a:solidFill>
            <a:ln w="19050" cap="sq">
              <a:solidFill>
                <a:schemeClr val="tx2">
                  <a:alpha val="60000"/>
                </a:schemeClr>
              </a:solidFill>
              <a:miter lim="800000"/>
            </a:ln>
            <a:effectLst>
              <a:outerShdw blurRad="889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9C6FF904-2A08-4D6F-8769-74E7588134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11085512" y="0"/>
              <a:ext cx="650875" cy="1730375"/>
              <a:chOff x="11347978" y="0"/>
              <a:chExt cx="650875" cy="1730375"/>
            </a:xfrm>
          </p:grpSpPr>
          <p:sp>
            <p:nvSpPr>
              <p:cNvPr id="52" name="Freeform 32">
                <a:extLst>
                  <a:ext uri="{FF2B5EF4-FFF2-40B4-BE49-F238E27FC236}">
                    <a16:creationId xmlns:a16="http://schemas.microsoft.com/office/drawing/2014/main" id="{9FBE49E1-F6C4-45A4-B0B3-ABB68B022DD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67041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solidFill>
                <a:schemeClr val="tx2">
                  <a:alpha val="80000"/>
                </a:schemeClr>
              </a:solidFill>
              <a:ln>
                <a:noFill/>
              </a:ln>
            </p:spPr>
          </p:sp>
          <p:sp>
            <p:nvSpPr>
              <p:cNvPr id="53" name="Freeform 33">
                <a:extLst>
                  <a:ext uri="{FF2B5EF4-FFF2-40B4-BE49-F238E27FC236}">
                    <a16:creationId xmlns:a16="http://schemas.microsoft.com/office/drawing/2014/main" id="{D39886E8-0D84-4623-BC00-2555D501A4E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347978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solidFill>
                <a:schemeClr val="tx2">
                  <a:alpha val="80000"/>
                </a:schemeClr>
              </a:solidFill>
              <a:ln>
                <a:noFill/>
              </a:ln>
            </p:spPr>
          </p:sp>
          <p:sp>
            <p:nvSpPr>
              <p:cNvPr id="54" name="Freeform 34">
                <a:extLst>
                  <a:ext uri="{FF2B5EF4-FFF2-40B4-BE49-F238E27FC236}">
                    <a16:creationId xmlns:a16="http://schemas.microsoft.com/office/drawing/2014/main" id="{59A74DD0-E79B-42CF-8259-302698BEDAA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614678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solidFill>
                <a:schemeClr val="tx2">
                  <a:alpha val="80000"/>
                </a:schemeClr>
              </a:solidFill>
              <a:ln>
                <a:noFill/>
              </a:ln>
            </p:spPr>
          </p:sp>
          <p:sp>
            <p:nvSpPr>
              <p:cNvPr id="55" name="Freeform 37">
                <a:extLst>
                  <a:ext uri="{FF2B5EF4-FFF2-40B4-BE49-F238E27FC236}">
                    <a16:creationId xmlns:a16="http://schemas.microsoft.com/office/drawing/2014/main" id="{05B199AD-0A48-4DC8-88CC-94C4785A0CD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694053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solidFill>
                <a:schemeClr val="tx2">
                  <a:alpha val="80000"/>
                </a:schemeClr>
              </a:solidFill>
              <a:ln>
                <a:noFill/>
              </a:ln>
            </p:spPr>
          </p:sp>
        </p:grpSp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BA03D0AA-6A09-4988-865E-1B81E12A79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flipH="1">
              <a:off x="11229445" y="4867275"/>
              <a:ext cx="598488" cy="1981201"/>
              <a:chOff x="11424178" y="4867275"/>
              <a:chExt cx="598488" cy="1981201"/>
            </a:xfrm>
          </p:grpSpPr>
          <p:sp>
            <p:nvSpPr>
              <p:cNvPr id="46" name="Freeform 35">
                <a:extLst>
                  <a:ext uri="{FF2B5EF4-FFF2-40B4-BE49-F238E27FC236}">
                    <a16:creationId xmlns:a16="http://schemas.microsoft.com/office/drawing/2014/main" id="{CECCFA67-5EE1-4E33-B37D-0CA218F4083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514666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solidFill>
                <a:schemeClr val="tx2">
                  <a:alpha val="80000"/>
                </a:schemeClr>
              </a:solidFill>
              <a:ln>
                <a:noFill/>
              </a:ln>
            </p:spPr>
          </p:sp>
          <p:sp>
            <p:nvSpPr>
              <p:cNvPr id="47" name="Freeform 36">
                <a:extLst>
                  <a:ext uri="{FF2B5EF4-FFF2-40B4-BE49-F238E27FC236}">
                    <a16:creationId xmlns:a16="http://schemas.microsoft.com/office/drawing/2014/main" id="{F1209146-A913-4EF8-BCA5-A83DC7A739E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755966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solidFill>
                <a:schemeClr val="tx2">
                  <a:alpha val="80000"/>
                </a:schemeClr>
              </a:solidFill>
              <a:ln>
                <a:noFill/>
              </a:ln>
            </p:spPr>
          </p:sp>
          <p:sp>
            <p:nvSpPr>
              <p:cNvPr id="48" name="Freeform 38">
                <a:extLst>
                  <a:ext uri="{FF2B5EF4-FFF2-40B4-BE49-F238E27FC236}">
                    <a16:creationId xmlns:a16="http://schemas.microsoft.com/office/drawing/2014/main" id="{3DE05473-6F85-4F71-A427-16CF0153C78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619441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solidFill>
                <a:schemeClr val="tx2">
                  <a:alpha val="80000"/>
                </a:schemeClr>
              </a:solidFill>
              <a:ln>
                <a:noFill/>
              </a:ln>
            </p:spPr>
          </p:sp>
          <p:sp>
            <p:nvSpPr>
              <p:cNvPr id="49" name="Freeform 39">
                <a:extLst>
                  <a:ext uri="{FF2B5EF4-FFF2-40B4-BE49-F238E27FC236}">
                    <a16:creationId xmlns:a16="http://schemas.microsoft.com/office/drawing/2014/main" id="{776EEC7D-F65A-4975-B6B2-513ACD26174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24178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solidFill>
                <a:schemeClr val="tx2">
                  <a:alpha val="80000"/>
                </a:schemeClr>
              </a:solidFill>
              <a:ln>
                <a:noFill/>
              </a:ln>
            </p:spPr>
          </p:sp>
          <p:sp>
            <p:nvSpPr>
              <p:cNvPr id="50" name="Freeform 40">
                <a:extLst>
                  <a:ext uri="{FF2B5EF4-FFF2-40B4-BE49-F238E27FC236}">
                    <a16:creationId xmlns:a16="http://schemas.microsoft.com/office/drawing/2014/main" id="{EA7CA1B7-0ED5-4B2A-98A3-D61C15D1ACB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832166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solidFill>
                <a:schemeClr val="tx2">
                  <a:alpha val="80000"/>
                </a:schemeClr>
              </a:solidFill>
              <a:ln>
                <a:noFill/>
              </a:ln>
            </p:spPr>
          </p:sp>
          <p:sp>
            <p:nvSpPr>
              <p:cNvPr id="51" name="Rectangle 41">
                <a:extLst>
                  <a:ext uri="{FF2B5EF4-FFF2-40B4-BE49-F238E27FC236}">
                    <a16:creationId xmlns:a16="http://schemas.microsoft.com/office/drawing/2014/main" id="{EA468C46-CB87-41D5-9F0B-30856462DEB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922653" y="6596063"/>
                <a:ext cx="23813" cy="252413"/>
              </a:xfrm>
              <a:prstGeom prst="rect">
                <a:avLst/>
              </a:prstGeom>
              <a:solidFill>
                <a:schemeClr val="tx2">
                  <a:alpha val="80000"/>
                </a:schemeClr>
              </a:solidFill>
              <a:ln>
                <a:noFill/>
              </a:ln>
            </p:spPr>
          </p:sp>
        </p:grp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4E1A157C-0B8F-4815-A4A3-CEB9BBE154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flipH="1">
              <a:off x="440267" y="5118101"/>
              <a:ext cx="650875" cy="1730375"/>
              <a:chOff x="118533" y="5118101"/>
              <a:chExt cx="650875" cy="1730375"/>
            </a:xfrm>
          </p:grpSpPr>
          <p:sp>
            <p:nvSpPr>
              <p:cNvPr id="42" name="Freeform 32">
                <a:extLst>
                  <a:ext uri="{FF2B5EF4-FFF2-40B4-BE49-F238E27FC236}">
                    <a16:creationId xmlns:a16="http://schemas.microsoft.com/office/drawing/2014/main" id="{AC4D2E9F-A2BA-4174-9218-63B014F3BC0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flipV="1">
                <a:off x="237596" y="6335713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solidFill>
                <a:schemeClr val="tx2">
                  <a:alpha val="80000"/>
                </a:schemeClr>
              </a:solidFill>
              <a:ln>
                <a:noFill/>
              </a:ln>
            </p:spPr>
          </p:sp>
          <p:sp>
            <p:nvSpPr>
              <p:cNvPr id="43" name="Freeform 33">
                <a:extLst>
                  <a:ext uri="{FF2B5EF4-FFF2-40B4-BE49-F238E27FC236}">
                    <a16:creationId xmlns:a16="http://schemas.microsoft.com/office/drawing/2014/main" id="{77BC491E-B056-4EFC-ABB3-FCCF5B8325A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flipV="1">
                <a:off x="118533" y="622141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solidFill>
                <a:schemeClr val="tx2">
                  <a:alpha val="80000"/>
                </a:schemeClr>
              </a:solidFill>
              <a:ln>
                <a:noFill/>
              </a:ln>
            </p:spPr>
          </p:sp>
          <p:sp>
            <p:nvSpPr>
              <p:cNvPr id="44" name="Freeform 34">
                <a:extLst>
                  <a:ext uri="{FF2B5EF4-FFF2-40B4-BE49-F238E27FC236}">
                    <a16:creationId xmlns:a16="http://schemas.microsoft.com/office/drawing/2014/main" id="{60EE1C22-1980-4974-BD81-0C8CEAD99FC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flipV="1">
                <a:off x="385233" y="5118101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solidFill>
                <a:schemeClr val="tx2">
                  <a:alpha val="80000"/>
                </a:schemeClr>
              </a:solidFill>
              <a:ln>
                <a:noFill/>
              </a:ln>
            </p:spPr>
          </p:sp>
          <p:sp>
            <p:nvSpPr>
              <p:cNvPr id="45" name="Freeform 37">
                <a:extLst>
                  <a:ext uri="{FF2B5EF4-FFF2-40B4-BE49-F238E27FC236}">
                    <a16:creationId xmlns:a16="http://schemas.microsoft.com/office/drawing/2014/main" id="{02B11C1B-8B44-46B1-B943-00DA0C03F6A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flipV="1">
                <a:off x="464608" y="5299075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solidFill>
                <a:schemeClr val="tx2">
                  <a:alpha val="80000"/>
                </a:schemeClr>
              </a:solidFill>
              <a:ln>
                <a:noFill/>
              </a:ln>
            </p:spPr>
          </p:sp>
        </p:grpSp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7EE8DAA8-BB59-46F4-BAE5-2DC25776F7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372533" y="0"/>
              <a:ext cx="598488" cy="1981201"/>
              <a:chOff x="194733" y="0"/>
              <a:chExt cx="598488" cy="1981201"/>
            </a:xfrm>
          </p:grpSpPr>
          <p:sp>
            <p:nvSpPr>
              <p:cNvPr id="36" name="Freeform 35">
                <a:extLst>
                  <a:ext uri="{FF2B5EF4-FFF2-40B4-BE49-F238E27FC236}">
                    <a16:creationId xmlns:a16="http://schemas.microsoft.com/office/drawing/2014/main" id="{41642804-AFC4-4BFE-8F01-F6BE2BBD284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flipV="1">
                <a:off x="285221" y="0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solidFill>
                <a:schemeClr val="tx2">
                  <a:alpha val="80000"/>
                </a:schemeClr>
              </a:solidFill>
              <a:ln>
                <a:noFill/>
              </a:ln>
            </p:spPr>
          </p:sp>
          <p:sp>
            <p:nvSpPr>
              <p:cNvPr id="37" name="Freeform 36">
                <a:extLst>
                  <a:ext uri="{FF2B5EF4-FFF2-40B4-BE49-F238E27FC236}">
                    <a16:creationId xmlns:a16="http://schemas.microsoft.com/office/drawing/2014/main" id="{3B9DD864-D3B2-4ACE-AEA3-3637CAB0CAA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flipV="1">
                <a:off x="526521" y="1141413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solidFill>
                <a:schemeClr val="tx2">
                  <a:alpha val="80000"/>
                </a:schemeClr>
              </a:solidFill>
              <a:ln>
                <a:noFill/>
              </a:ln>
            </p:spPr>
          </p:sp>
          <p:sp>
            <p:nvSpPr>
              <p:cNvPr id="38" name="Freeform 38">
                <a:extLst>
                  <a:ext uri="{FF2B5EF4-FFF2-40B4-BE49-F238E27FC236}">
                    <a16:creationId xmlns:a16="http://schemas.microsoft.com/office/drawing/2014/main" id="{246E3CE2-00AB-469A-9997-2248EF0DFC1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flipV="1">
                <a:off x="389996" y="1792288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solidFill>
                <a:schemeClr val="tx2">
                  <a:alpha val="80000"/>
                </a:schemeClr>
              </a:solidFill>
              <a:ln>
                <a:noFill/>
              </a:ln>
            </p:spPr>
          </p:sp>
          <p:sp>
            <p:nvSpPr>
              <p:cNvPr id="39" name="Freeform 39">
                <a:extLst>
                  <a:ext uri="{FF2B5EF4-FFF2-40B4-BE49-F238E27FC236}">
                    <a16:creationId xmlns:a16="http://schemas.microsoft.com/office/drawing/2014/main" id="{BD19BDA6-4E11-4BA7-A26A-285C707861F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flipV="1">
                <a:off x="194733" y="0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solidFill>
                <a:schemeClr val="tx2">
                  <a:alpha val="80000"/>
                </a:schemeClr>
              </a:solidFill>
              <a:ln>
                <a:noFill/>
              </a:ln>
            </p:spPr>
          </p:sp>
          <p:sp>
            <p:nvSpPr>
              <p:cNvPr id="40" name="Freeform 40">
                <a:extLst>
                  <a:ext uri="{FF2B5EF4-FFF2-40B4-BE49-F238E27FC236}">
                    <a16:creationId xmlns:a16="http://schemas.microsoft.com/office/drawing/2014/main" id="{EBA7F036-DD38-4295-8985-3D1AB546574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flipV="1">
                <a:off x="602721" y="24288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solidFill>
                <a:schemeClr val="tx2">
                  <a:alpha val="80000"/>
                </a:schemeClr>
              </a:solidFill>
              <a:ln>
                <a:noFill/>
              </a:ln>
            </p:spPr>
          </p:sp>
          <p:sp>
            <p:nvSpPr>
              <p:cNvPr id="41" name="Rectangle 41">
                <a:extLst>
                  <a:ext uri="{FF2B5EF4-FFF2-40B4-BE49-F238E27FC236}">
                    <a16:creationId xmlns:a16="http://schemas.microsoft.com/office/drawing/2014/main" id="{D3016A72-4E06-4D97-BA01-41DAE9A938D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flipV="1">
                <a:off x="693208" y="0"/>
                <a:ext cx="23813" cy="252413"/>
              </a:xfrm>
              <a:prstGeom prst="rect">
                <a:avLst/>
              </a:prstGeom>
              <a:solidFill>
                <a:schemeClr val="tx2">
                  <a:alpha val="80000"/>
                </a:schemeClr>
              </a:solidFill>
              <a:ln>
                <a:noFill/>
              </a:ln>
            </p:spPr>
          </p:sp>
        </p:grpSp>
      </p:grpSp>
      <p:sp>
        <p:nvSpPr>
          <p:cNvPr id="13" name="Título 12"/>
          <p:cNvSpPr>
            <a:spLocks noGrp="1"/>
          </p:cNvSpPr>
          <p:nvPr>
            <p:ph type="title"/>
          </p:nvPr>
        </p:nvSpPr>
        <p:spPr>
          <a:xfrm>
            <a:off x="1143001" y="1007533"/>
            <a:ext cx="9905998" cy="1092200"/>
          </a:xfrm>
        </p:spPr>
        <p:txBody>
          <a:bodyPr rtlCol="0">
            <a:normAutofit/>
          </a:bodyPr>
          <a:lstStyle/>
          <a:p>
            <a:pPr algn="ctr" rtl="0"/>
            <a:r>
              <a:rPr lang="pt-B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Passos de um projetos de Data Science</a:t>
            </a:r>
          </a:p>
        </p:txBody>
      </p:sp>
      <p:graphicFrame>
        <p:nvGraphicFramePr>
          <p:cNvPr id="16" name="Espaço Reservado para Conteúdo 13">
            <a:extLst>
              <a:ext uri="{FF2B5EF4-FFF2-40B4-BE49-F238E27FC236}">
                <a16:creationId xmlns:a16="http://schemas.microsoft.com/office/drawing/2014/main" id="{A2F51528-8AC0-48E5-9EBE-9AAB10408CE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01066485"/>
              </p:ext>
            </p:extLst>
          </p:nvPr>
        </p:nvGraphicFramePr>
        <p:xfrm>
          <a:off x="1143001" y="2252134"/>
          <a:ext cx="9905999" cy="34543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175712107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m 9">
            <a:extLst>
              <a:ext uri="{FF2B5EF4-FFF2-40B4-BE49-F238E27FC236}">
                <a16:creationId xmlns:a16="http://schemas.microsoft.com/office/drawing/2014/main" id="{617B5F9C-1459-4A60-A62D-E65BAF76DC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317" y="559792"/>
            <a:ext cx="10432973" cy="58685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916343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8000"/>
                <a:hueMod val="94000"/>
                <a:satMod val="148000"/>
                <a:lumMod val="150000"/>
              </a:schemeClr>
            </a:gs>
            <a:gs pos="100000">
              <a:schemeClr val="bg1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>
            <a:extLst>
              <a:ext uri="{FF2B5EF4-FFF2-40B4-BE49-F238E27FC236}">
                <a16:creationId xmlns:a16="http://schemas.microsoft.com/office/drawing/2014/main" id="{9ACD3AF8-B16E-4174-8C1A-41F683C4AF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FF5EAD09-B81D-415F-8BCF-73C81AE05F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0" name="Rectangle 5">
              <a:extLst>
                <a:ext uri="{FF2B5EF4-FFF2-40B4-BE49-F238E27FC236}">
                  <a16:creationId xmlns:a16="http://schemas.microsoft.com/office/drawing/2014/main" id="{CFB79010-8ED4-49EF-AFD2-F4D8C80B69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4649B869-006E-42B5-9DDC-21049B130E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2" name="Freeform 7">
              <a:extLst>
                <a:ext uri="{FF2B5EF4-FFF2-40B4-BE49-F238E27FC236}">
                  <a16:creationId xmlns:a16="http://schemas.microsoft.com/office/drawing/2014/main" id="{443096BD-333F-48B6-8220-D1F9793E40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3" name="Rectangle 8">
              <a:extLst>
                <a:ext uri="{FF2B5EF4-FFF2-40B4-BE49-F238E27FC236}">
                  <a16:creationId xmlns:a16="http://schemas.microsoft.com/office/drawing/2014/main" id="{1A45BB9A-7E84-4B9B-923A-270A97F852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4" name="Freeform 9">
              <a:extLst>
                <a:ext uri="{FF2B5EF4-FFF2-40B4-BE49-F238E27FC236}">
                  <a16:creationId xmlns:a16="http://schemas.microsoft.com/office/drawing/2014/main" id="{D7D7C768-2F76-4DE2-A807-1B9FFF816C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Freeform 10">
              <a:extLst>
                <a:ext uri="{FF2B5EF4-FFF2-40B4-BE49-F238E27FC236}">
                  <a16:creationId xmlns:a16="http://schemas.microsoft.com/office/drawing/2014/main" id="{1870B32E-EE42-470E-B543-CA55AEC8CA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6" name="Freeform 11">
              <a:extLst>
                <a:ext uri="{FF2B5EF4-FFF2-40B4-BE49-F238E27FC236}">
                  <a16:creationId xmlns:a16="http://schemas.microsoft.com/office/drawing/2014/main" id="{EEF09120-11AA-4DB5-98A8-EC4923002C6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2">
              <a:extLst>
                <a:ext uri="{FF2B5EF4-FFF2-40B4-BE49-F238E27FC236}">
                  <a16:creationId xmlns:a16="http://schemas.microsoft.com/office/drawing/2014/main" id="{39CC463D-589C-461C-A234-0460EB06B8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3">
              <a:extLst>
                <a:ext uri="{FF2B5EF4-FFF2-40B4-BE49-F238E27FC236}">
                  <a16:creationId xmlns:a16="http://schemas.microsoft.com/office/drawing/2014/main" id="{B6516153-269A-421E-A021-CB3F3C5E1D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4">
              <a:extLst>
                <a:ext uri="{FF2B5EF4-FFF2-40B4-BE49-F238E27FC236}">
                  <a16:creationId xmlns:a16="http://schemas.microsoft.com/office/drawing/2014/main" id="{45E14300-6C4A-4F77-915F-F3B25B0237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5">
              <a:extLst>
                <a:ext uri="{FF2B5EF4-FFF2-40B4-BE49-F238E27FC236}">
                  <a16:creationId xmlns:a16="http://schemas.microsoft.com/office/drawing/2014/main" id="{993E312A-E6A6-4B52-ADE6-618ADC89BA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6">
              <a:extLst>
                <a:ext uri="{FF2B5EF4-FFF2-40B4-BE49-F238E27FC236}">
                  <a16:creationId xmlns:a16="http://schemas.microsoft.com/office/drawing/2014/main" id="{2F0F3026-2480-472B-8C52-36812C81EF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7">
              <a:extLst>
                <a:ext uri="{FF2B5EF4-FFF2-40B4-BE49-F238E27FC236}">
                  <a16:creationId xmlns:a16="http://schemas.microsoft.com/office/drawing/2014/main" id="{34E1C992-559D-4827-9F30-31A3CA7A2B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8">
              <a:extLst>
                <a:ext uri="{FF2B5EF4-FFF2-40B4-BE49-F238E27FC236}">
                  <a16:creationId xmlns:a16="http://schemas.microsoft.com/office/drawing/2014/main" id="{D9F2FB98-F443-498F-AAD9-6945825681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9">
              <a:extLst>
                <a:ext uri="{FF2B5EF4-FFF2-40B4-BE49-F238E27FC236}">
                  <a16:creationId xmlns:a16="http://schemas.microsoft.com/office/drawing/2014/main" id="{75DBF6EC-ED50-43E4-8A8B-64CE86A880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20">
              <a:extLst>
                <a:ext uri="{FF2B5EF4-FFF2-40B4-BE49-F238E27FC236}">
                  <a16:creationId xmlns:a16="http://schemas.microsoft.com/office/drawing/2014/main" id="{FD854F40-AC43-4F21-9C62-2CE35CFD2B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21">
              <a:extLst>
                <a:ext uri="{FF2B5EF4-FFF2-40B4-BE49-F238E27FC236}">
                  <a16:creationId xmlns:a16="http://schemas.microsoft.com/office/drawing/2014/main" id="{62CCB560-494A-4F74-9DE4-068806A893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2">
              <a:extLst>
                <a:ext uri="{FF2B5EF4-FFF2-40B4-BE49-F238E27FC236}">
                  <a16:creationId xmlns:a16="http://schemas.microsoft.com/office/drawing/2014/main" id="{6F9A05F2-B5D2-4D8A-9A78-14E45C13FE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3">
              <a:extLst>
                <a:ext uri="{FF2B5EF4-FFF2-40B4-BE49-F238E27FC236}">
                  <a16:creationId xmlns:a16="http://schemas.microsoft.com/office/drawing/2014/main" id="{A6373189-19BB-4BEC-84A3-432253E058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4">
              <a:extLst>
                <a:ext uri="{FF2B5EF4-FFF2-40B4-BE49-F238E27FC236}">
                  <a16:creationId xmlns:a16="http://schemas.microsoft.com/office/drawing/2014/main" id="{71AB3122-947A-44DB-B190-A2601C6C95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5">
              <a:extLst>
                <a:ext uri="{FF2B5EF4-FFF2-40B4-BE49-F238E27FC236}">
                  <a16:creationId xmlns:a16="http://schemas.microsoft.com/office/drawing/2014/main" id="{74B4109D-3AFC-4D44-87B1-0CDED3E638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6">
              <a:extLst>
                <a:ext uri="{FF2B5EF4-FFF2-40B4-BE49-F238E27FC236}">
                  <a16:creationId xmlns:a16="http://schemas.microsoft.com/office/drawing/2014/main" id="{44AAD39F-F7C9-4D00-95E0-0465B4E858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7">
              <a:extLst>
                <a:ext uri="{FF2B5EF4-FFF2-40B4-BE49-F238E27FC236}">
                  <a16:creationId xmlns:a16="http://schemas.microsoft.com/office/drawing/2014/main" id="{C1DCAB8D-6EF6-4A84-8D0C-AA9226DEC9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8">
              <a:extLst>
                <a:ext uri="{FF2B5EF4-FFF2-40B4-BE49-F238E27FC236}">
                  <a16:creationId xmlns:a16="http://schemas.microsoft.com/office/drawing/2014/main" id="{C407F97F-83CF-4703-B9E0-6335530E32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9">
              <a:extLst>
                <a:ext uri="{FF2B5EF4-FFF2-40B4-BE49-F238E27FC236}">
                  <a16:creationId xmlns:a16="http://schemas.microsoft.com/office/drawing/2014/main" id="{0D8D2363-5D84-4CFF-89AA-3C93C859DB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30">
              <a:extLst>
                <a:ext uri="{FF2B5EF4-FFF2-40B4-BE49-F238E27FC236}">
                  <a16:creationId xmlns:a16="http://schemas.microsoft.com/office/drawing/2014/main" id="{0435A35C-AC99-4E12-8CB0-9C640DAA94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31">
              <a:extLst>
                <a:ext uri="{FF2B5EF4-FFF2-40B4-BE49-F238E27FC236}">
                  <a16:creationId xmlns:a16="http://schemas.microsoft.com/office/drawing/2014/main" id="{F20392CF-2256-4527-836B-2E6F88596E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2">
              <a:extLst>
                <a:ext uri="{FF2B5EF4-FFF2-40B4-BE49-F238E27FC236}">
                  <a16:creationId xmlns:a16="http://schemas.microsoft.com/office/drawing/2014/main" id="{C52C3AD3-122C-4010-9C55-B0247F8CCAB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Rectangle 33">
              <a:extLst>
                <a:ext uri="{FF2B5EF4-FFF2-40B4-BE49-F238E27FC236}">
                  <a16:creationId xmlns:a16="http://schemas.microsoft.com/office/drawing/2014/main" id="{EFCB53ED-09C0-4AD7-9BBC-366833D5FE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39" name="Freeform 34">
              <a:extLst>
                <a:ext uri="{FF2B5EF4-FFF2-40B4-BE49-F238E27FC236}">
                  <a16:creationId xmlns:a16="http://schemas.microsoft.com/office/drawing/2014/main" id="{6F309F52-BFCF-47D9-8089-BC049540DB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Freeform 35">
              <a:extLst>
                <a:ext uri="{FF2B5EF4-FFF2-40B4-BE49-F238E27FC236}">
                  <a16:creationId xmlns:a16="http://schemas.microsoft.com/office/drawing/2014/main" id="{5F9AE85F-C7AA-4761-B468-2E100829BC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1" name="Freeform 36">
              <a:extLst>
                <a:ext uri="{FF2B5EF4-FFF2-40B4-BE49-F238E27FC236}">
                  <a16:creationId xmlns:a16="http://schemas.microsoft.com/office/drawing/2014/main" id="{2C81C778-91E5-4AE9-AACB-8566E7A28B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7">
              <a:extLst>
                <a:ext uri="{FF2B5EF4-FFF2-40B4-BE49-F238E27FC236}">
                  <a16:creationId xmlns:a16="http://schemas.microsoft.com/office/drawing/2014/main" id="{6C56E0B4-58A0-4B2B-BD56-54121BB8DB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8">
              <a:extLst>
                <a:ext uri="{FF2B5EF4-FFF2-40B4-BE49-F238E27FC236}">
                  <a16:creationId xmlns:a16="http://schemas.microsoft.com/office/drawing/2014/main" id="{88A29CFE-13A6-4509-946F-5C074F856E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9">
              <a:extLst>
                <a:ext uri="{FF2B5EF4-FFF2-40B4-BE49-F238E27FC236}">
                  <a16:creationId xmlns:a16="http://schemas.microsoft.com/office/drawing/2014/main" id="{00235A0A-018B-4499-AC16-AF83457BF4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40">
              <a:extLst>
                <a:ext uri="{FF2B5EF4-FFF2-40B4-BE49-F238E27FC236}">
                  <a16:creationId xmlns:a16="http://schemas.microsoft.com/office/drawing/2014/main" id="{861DF9B7-50DC-4EBE-8B23-97FE92DBBB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41">
              <a:extLst>
                <a:ext uri="{FF2B5EF4-FFF2-40B4-BE49-F238E27FC236}">
                  <a16:creationId xmlns:a16="http://schemas.microsoft.com/office/drawing/2014/main" id="{69673907-73D7-4729-A911-9BD078EC2E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2">
              <a:extLst>
                <a:ext uri="{FF2B5EF4-FFF2-40B4-BE49-F238E27FC236}">
                  <a16:creationId xmlns:a16="http://schemas.microsoft.com/office/drawing/2014/main" id="{4DC844D3-8053-4EE7-A286-50157B6FD8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3">
              <a:extLst>
                <a:ext uri="{FF2B5EF4-FFF2-40B4-BE49-F238E27FC236}">
                  <a16:creationId xmlns:a16="http://schemas.microsoft.com/office/drawing/2014/main" id="{D67575A0-A45A-4773-874C-16370E3670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4">
              <a:extLst>
                <a:ext uri="{FF2B5EF4-FFF2-40B4-BE49-F238E27FC236}">
                  <a16:creationId xmlns:a16="http://schemas.microsoft.com/office/drawing/2014/main" id="{4327252B-B62B-4DE0-A924-B7F6E40AD9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Rectangle 45">
              <a:extLst>
                <a:ext uri="{FF2B5EF4-FFF2-40B4-BE49-F238E27FC236}">
                  <a16:creationId xmlns:a16="http://schemas.microsoft.com/office/drawing/2014/main" id="{778BC6A7-AC19-497B-A7C6-E447B2EBDA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1" name="Freeform 46">
              <a:extLst>
                <a:ext uri="{FF2B5EF4-FFF2-40B4-BE49-F238E27FC236}">
                  <a16:creationId xmlns:a16="http://schemas.microsoft.com/office/drawing/2014/main" id="{4E79A87B-BF1F-437A-9FED-BE93025E50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Freeform 47">
              <a:extLst>
                <a:ext uri="{FF2B5EF4-FFF2-40B4-BE49-F238E27FC236}">
                  <a16:creationId xmlns:a16="http://schemas.microsoft.com/office/drawing/2014/main" id="{DFAAF3CC-B4E0-45C8-AC2D-EF0D6D823D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3" name="Freeform 48">
              <a:extLst>
                <a:ext uri="{FF2B5EF4-FFF2-40B4-BE49-F238E27FC236}">
                  <a16:creationId xmlns:a16="http://schemas.microsoft.com/office/drawing/2014/main" id="{A5A12C87-1E4A-4664-B2F4-A1C8B656F9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9">
              <a:extLst>
                <a:ext uri="{FF2B5EF4-FFF2-40B4-BE49-F238E27FC236}">
                  <a16:creationId xmlns:a16="http://schemas.microsoft.com/office/drawing/2014/main" id="{B3AF8230-4630-4505-ADDB-16A9B6B377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50">
              <a:extLst>
                <a:ext uri="{FF2B5EF4-FFF2-40B4-BE49-F238E27FC236}">
                  <a16:creationId xmlns:a16="http://schemas.microsoft.com/office/drawing/2014/main" id="{33F93F6D-724D-42F3-AF1D-3081EAB5D1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51">
              <a:extLst>
                <a:ext uri="{FF2B5EF4-FFF2-40B4-BE49-F238E27FC236}">
                  <a16:creationId xmlns:a16="http://schemas.microsoft.com/office/drawing/2014/main" id="{F5DD7A8F-FB67-4E79-80DB-0FAF3A0989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2">
              <a:extLst>
                <a:ext uri="{FF2B5EF4-FFF2-40B4-BE49-F238E27FC236}">
                  <a16:creationId xmlns:a16="http://schemas.microsoft.com/office/drawing/2014/main" id="{7B140A84-E89E-4A80-9DF8-7BCA45F908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3">
              <a:extLst>
                <a:ext uri="{FF2B5EF4-FFF2-40B4-BE49-F238E27FC236}">
                  <a16:creationId xmlns:a16="http://schemas.microsoft.com/office/drawing/2014/main" id="{279E1D6A-EFE2-44C6-A5BF-DFADF0DC91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4">
              <a:extLst>
                <a:ext uri="{FF2B5EF4-FFF2-40B4-BE49-F238E27FC236}">
                  <a16:creationId xmlns:a16="http://schemas.microsoft.com/office/drawing/2014/main" id="{C9FA2204-561F-4ABB-988C-03053820F1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5">
              <a:extLst>
                <a:ext uri="{FF2B5EF4-FFF2-40B4-BE49-F238E27FC236}">
                  <a16:creationId xmlns:a16="http://schemas.microsoft.com/office/drawing/2014/main" id="{8BD7D04E-AC0A-424F-BC40-28842DAFFA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6">
              <a:extLst>
                <a:ext uri="{FF2B5EF4-FFF2-40B4-BE49-F238E27FC236}">
                  <a16:creationId xmlns:a16="http://schemas.microsoft.com/office/drawing/2014/main" id="{32B616A2-FE09-47DD-B58C-12EE58B7CA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7">
              <a:extLst>
                <a:ext uri="{FF2B5EF4-FFF2-40B4-BE49-F238E27FC236}">
                  <a16:creationId xmlns:a16="http://schemas.microsoft.com/office/drawing/2014/main" id="{08C5EAF5-6064-484E-BA05-80D09D84EA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8">
              <a:extLst>
                <a:ext uri="{FF2B5EF4-FFF2-40B4-BE49-F238E27FC236}">
                  <a16:creationId xmlns:a16="http://schemas.microsoft.com/office/drawing/2014/main" id="{F11D90DF-D275-4725-884C-77E5E01D89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9BE10567-6165-46A7-867D-4690A16B46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1"/>
            <a:ext cx="12192003" cy="6858001"/>
            <a:chOff x="0" y="-1"/>
            <a:chExt cx="12192003" cy="6858001"/>
          </a:xfrm>
        </p:grpSpPr>
        <p:sp useBgFill="1">
          <p:nvSpPr>
            <p:cNvPr id="66" name="Rectangle 65">
              <a:extLst>
                <a:ext uri="{FF2B5EF4-FFF2-40B4-BE49-F238E27FC236}">
                  <a16:creationId xmlns:a16="http://schemas.microsoft.com/office/drawing/2014/main" id="{0F4DB1F4-429C-4C85-85D7-C4D81996D3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" y="-1"/>
              <a:ext cx="121920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67" name="Picture 2">
              <a:extLst>
                <a:ext uri="{FF2B5EF4-FFF2-40B4-BE49-F238E27FC236}">
                  <a16:creationId xmlns:a16="http://schemas.microsoft.com/office/drawing/2014/main" id="{159C0DA6-71D9-4C96-A774-7FADF5E0A4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 noChangeArrowheads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2">
              <a:alphaModFix amt="30000"/>
              <a:duotone>
                <a:prstClr val="black"/>
                <a:schemeClr val="tx2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-1"/>
              <a:ext cx="12192003" cy="685800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69" name="Round Diagonal Corner Rectangle 7">
            <a:extLst>
              <a:ext uri="{FF2B5EF4-FFF2-40B4-BE49-F238E27FC236}">
                <a16:creationId xmlns:a16="http://schemas.microsoft.com/office/drawing/2014/main" id="{4B24F6DB-F114-44A7-BB56-D401884E4E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582333" y="2235200"/>
            <a:ext cx="7027334" cy="2396067"/>
          </a:xfrm>
          <a:prstGeom prst="round2DiagRect">
            <a:avLst>
              <a:gd name="adj1" fmla="val 9246"/>
              <a:gd name="adj2" fmla="val 0"/>
            </a:avLst>
          </a:prstGeom>
          <a:solidFill>
            <a:srgbClr val="000000">
              <a:alpha val="80000"/>
            </a:srgbClr>
          </a:solidFill>
          <a:ln w="19050" cap="sq">
            <a:solidFill>
              <a:schemeClr val="tx2"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1" name="Group 70">
            <a:extLst>
              <a:ext uri="{FF2B5EF4-FFF2-40B4-BE49-F238E27FC236}">
                <a16:creationId xmlns:a16="http://schemas.microsoft.com/office/drawing/2014/main" id="{4DB50ECD-225E-4F81-AF7B-706DD05F3B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05895" y="2900097"/>
            <a:ext cx="10982062" cy="1211524"/>
            <a:chOff x="605895" y="2900097"/>
            <a:chExt cx="10982062" cy="1211524"/>
          </a:xfrm>
          <a:effectLst/>
        </p:grpSpPr>
        <p:sp>
          <p:nvSpPr>
            <p:cNvPr id="72" name="Freeform 32">
              <a:extLst>
                <a:ext uri="{FF2B5EF4-FFF2-40B4-BE49-F238E27FC236}">
                  <a16:creationId xmlns:a16="http://schemas.microsoft.com/office/drawing/2014/main" id="{CBC3B006-1357-4969-BC3D-CDD91E492B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 flipV="1">
              <a:off x="9653587" y="3379784"/>
              <a:ext cx="417513" cy="512763"/>
            </a:xfrm>
            <a:custGeom>
              <a:avLst/>
              <a:gdLst/>
              <a:ahLst/>
              <a:cxnLst/>
              <a:rect l="0" t="0" r="r" b="b"/>
              <a:pathLst>
                <a:path w="263" h="323">
                  <a:moveTo>
                    <a:pt x="12" y="323"/>
                  </a:moveTo>
                  <a:lnTo>
                    <a:pt x="0" y="314"/>
                  </a:lnTo>
                  <a:lnTo>
                    <a:pt x="203" y="108"/>
                  </a:lnTo>
                  <a:lnTo>
                    <a:pt x="248" y="0"/>
                  </a:lnTo>
                  <a:lnTo>
                    <a:pt x="263" y="6"/>
                  </a:lnTo>
                  <a:lnTo>
                    <a:pt x="218" y="117"/>
                  </a:lnTo>
                  <a:lnTo>
                    <a:pt x="218" y="117"/>
                  </a:lnTo>
                  <a:lnTo>
                    <a:pt x="12" y="323"/>
                  </a:ln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</p:sp>
        <p:sp>
          <p:nvSpPr>
            <p:cNvPr id="73" name="Freeform 33">
              <a:extLst>
                <a:ext uri="{FF2B5EF4-FFF2-40B4-BE49-F238E27FC236}">
                  <a16:creationId xmlns:a16="http://schemas.microsoft.com/office/drawing/2014/main" id="{0D6E4F1D-B331-41B5-90EF-2236C1EE15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 flipV="1">
              <a:off x="10078244" y="3310728"/>
              <a:ext cx="157163" cy="152400"/>
            </a:xfrm>
            <a:custGeom>
              <a:avLst/>
              <a:gdLst/>
              <a:ahLst/>
              <a:cxnLst/>
              <a:rect l="0" t="0" r="r" b="b"/>
              <a:pathLst>
                <a:path w="33" h="32">
                  <a:moveTo>
                    <a:pt x="17" y="32"/>
                  </a:moveTo>
                  <a:cubicBezTo>
                    <a:pt x="13" y="32"/>
                    <a:pt x="9" y="30"/>
                    <a:pt x="6" y="27"/>
                  </a:cubicBezTo>
                  <a:cubicBezTo>
                    <a:pt x="0" y="21"/>
                    <a:pt x="0" y="11"/>
                    <a:pt x="6" y="5"/>
                  </a:cubicBezTo>
                  <a:cubicBezTo>
                    <a:pt x="9" y="2"/>
                    <a:pt x="13" y="0"/>
                    <a:pt x="17" y="0"/>
                  </a:cubicBezTo>
                  <a:cubicBezTo>
                    <a:pt x="21" y="0"/>
                    <a:pt x="25" y="2"/>
                    <a:pt x="28" y="5"/>
                  </a:cubicBezTo>
                  <a:cubicBezTo>
                    <a:pt x="31" y="8"/>
                    <a:pt x="33" y="12"/>
                    <a:pt x="33" y="16"/>
                  </a:cubicBezTo>
                  <a:cubicBezTo>
                    <a:pt x="33" y="20"/>
                    <a:pt x="31" y="24"/>
                    <a:pt x="28" y="27"/>
                  </a:cubicBezTo>
                  <a:cubicBezTo>
                    <a:pt x="25" y="30"/>
                    <a:pt x="21" y="32"/>
                    <a:pt x="17" y="32"/>
                  </a:cubicBezTo>
                  <a:close/>
                  <a:moveTo>
                    <a:pt x="17" y="4"/>
                  </a:moveTo>
                  <a:cubicBezTo>
                    <a:pt x="14" y="4"/>
                    <a:pt x="11" y="6"/>
                    <a:pt x="9" y="8"/>
                  </a:cubicBezTo>
                  <a:cubicBezTo>
                    <a:pt x="4" y="12"/>
                    <a:pt x="4" y="20"/>
                    <a:pt x="9" y="24"/>
                  </a:cubicBezTo>
                  <a:cubicBezTo>
                    <a:pt x="11" y="27"/>
                    <a:pt x="14" y="28"/>
                    <a:pt x="17" y="28"/>
                  </a:cubicBezTo>
                  <a:cubicBezTo>
                    <a:pt x="20" y="28"/>
                    <a:pt x="23" y="27"/>
                    <a:pt x="26" y="24"/>
                  </a:cubicBezTo>
                  <a:cubicBezTo>
                    <a:pt x="30" y="20"/>
                    <a:pt x="30" y="12"/>
                    <a:pt x="26" y="8"/>
                  </a:cubicBezTo>
                  <a:cubicBezTo>
                    <a:pt x="23" y="6"/>
                    <a:pt x="20" y="4"/>
                    <a:pt x="17" y="4"/>
                  </a:cubicBez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</p:sp>
        <p:sp>
          <p:nvSpPr>
            <p:cNvPr id="74" name="Freeform 34">
              <a:extLst>
                <a:ext uri="{FF2B5EF4-FFF2-40B4-BE49-F238E27FC236}">
                  <a16:creationId xmlns:a16="http://schemas.microsoft.com/office/drawing/2014/main" id="{54A60014-21DF-44E5-9137-4335718850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 flipV="1">
              <a:off x="11146631" y="3574253"/>
              <a:ext cx="188913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</p:sp>
        <p:sp>
          <p:nvSpPr>
            <p:cNvPr id="75" name="Freeform 37">
              <a:extLst>
                <a:ext uri="{FF2B5EF4-FFF2-40B4-BE49-F238E27FC236}">
                  <a16:creationId xmlns:a16="http://schemas.microsoft.com/office/drawing/2014/main" id="{40B768C0-B003-45F4-9A06-EA3509A90B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 flipV="1">
              <a:off x="10230644" y="3034502"/>
              <a:ext cx="304800" cy="1544638"/>
            </a:xfrm>
            <a:custGeom>
              <a:avLst/>
              <a:gdLst/>
              <a:ahLst/>
              <a:cxnLst/>
              <a:rect l="0" t="0" r="r" b="b"/>
              <a:pathLst>
                <a:path w="192" h="973">
                  <a:moveTo>
                    <a:pt x="15" y="973"/>
                  </a:moveTo>
                  <a:lnTo>
                    <a:pt x="0" y="973"/>
                  </a:lnTo>
                  <a:lnTo>
                    <a:pt x="0" y="790"/>
                  </a:lnTo>
                  <a:lnTo>
                    <a:pt x="174" y="614"/>
                  </a:lnTo>
                  <a:lnTo>
                    <a:pt x="174" y="0"/>
                  </a:lnTo>
                  <a:lnTo>
                    <a:pt x="192" y="0"/>
                  </a:lnTo>
                  <a:lnTo>
                    <a:pt x="192" y="620"/>
                  </a:lnTo>
                  <a:lnTo>
                    <a:pt x="15" y="796"/>
                  </a:lnTo>
                  <a:lnTo>
                    <a:pt x="15" y="973"/>
                  </a:ln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</p:sp>
        <p:sp>
          <p:nvSpPr>
            <p:cNvPr id="76" name="Freeform 35">
              <a:extLst>
                <a:ext uri="{FF2B5EF4-FFF2-40B4-BE49-F238E27FC236}">
                  <a16:creationId xmlns:a16="http://schemas.microsoft.com/office/drawing/2014/main" id="{5E479182-2054-4AD9-823D-81CFAD7F2C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>
              <a:off x="10034587" y="2562753"/>
              <a:ext cx="298450" cy="1154113"/>
            </a:xfrm>
            <a:custGeom>
              <a:avLst/>
              <a:gdLst/>
              <a:ahLst/>
              <a:cxnLst/>
              <a:rect l="0" t="0" r="r" b="b"/>
              <a:pathLst>
                <a:path w="188" h="727">
                  <a:moveTo>
                    <a:pt x="15" y="727"/>
                  </a:moveTo>
                  <a:lnTo>
                    <a:pt x="0" y="727"/>
                  </a:lnTo>
                  <a:lnTo>
                    <a:pt x="0" y="407"/>
                  </a:lnTo>
                  <a:lnTo>
                    <a:pt x="0" y="407"/>
                  </a:lnTo>
                  <a:lnTo>
                    <a:pt x="176" y="0"/>
                  </a:lnTo>
                  <a:lnTo>
                    <a:pt x="188" y="6"/>
                  </a:lnTo>
                  <a:lnTo>
                    <a:pt x="15" y="410"/>
                  </a:lnTo>
                  <a:lnTo>
                    <a:pt x="15" y="727"/>
                  </a:ln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</p:sp>
        <p:sp>
          <p:nvSpPr>
            <p:cNvPr id="77" name="Freeform 36">
              <a:extLst>
                <a:ext uri="{FF2B5EF4-FFF2-40B4-BE49-F238E27FC236}">
                  <a16:creationId xmlns:a16="http://schemas.microsoft.com/office/drawing/2014/main" id="{A7D912CF-756A-41F1-8BF1-5BA7D1BD05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>
              <a:off x="10747375" y="3232679"/>
              <a:ext cx="157163" cy="155575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5"/>
                    <a:pt x="0" y="16"/>
                  </a:cubicBezTo>
                  <a:cubicBezTo>
                    <a:pt x="0" y="7"/>
                    <a:pt x="8" y="0"/>
                    <a:pt x="17" y="0"/>
                  </a:cubicBezTo>
                  <a:cubicBezTo>
                    <a:pt x="26" y="0"/>
                    <a:pt x="33" y="7"/>
                    <a:pt x="33" y="16"/>
                  </a:cubicBezTo>
                  <a:cubicBezTo>
                    <a:pt x="33" y="25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9"/>
                    <a:pt x="4" y="16"/>
                  </a:cubicBezTo>
                  <a:cubicBezTo>
                    <a:pt x="4" y="23"/>
                    <a:pt x="10" y="29"/>
                    <a:pt x="17" y="29"/>
                  </a:cubicBezTo>
                  <a:cubicBezTo>
                    <a:pt x="23" y="29"/>
                    <a:pt x="29" y="23"/>
                    <a:pt x="29" y="16"/>
                  </a:cubicBezTo>
                  <a:cubicBezTo>
                    <a:pt x="29" y="9"/>
                    <a:pt x="23" y="4"/>
                    <a:pt x="17" y="4"/>
                  </a:cubicBez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</p:sp>
        <p:sp>
          <p:nvSpPr>
            <p:cNvPr id="78" name="Freeform 38">
              <a:extLst>
                <a:ext uri="{FF2B5EF4-FFF2-40B4-BE49-F238E27FC236}">
                  <a16:creationId xmlns:a16="http://schemas.microsoft.com/office/drawing/2014/main" id="{734B6F35-2160-44B1-AB00-F628C84B14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>
              <a:off x="11399044" y="3095360"/>
              <a:ext cx="188913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</p:sp>
        <p:sp>
          <p:nvSpPr>
            <p:cNvPr id="79" name="Freeform 39">
              <a:extLst>
                <a:ext uri="{FF2B5EF4-FFF2-40B4-BE49-F238E27FC236}">
                  <a16:creationId xmlns:a16="http://schemas.microsoft.com/office/drawing/2014/main" id="{D8657E76-4F63-44FE-86C5-54CA174FCB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>
              <a:off x="10353675" y="2153178"/>
              <a:ext cx="307975" cy="1801813"/>
            </a:xfrm>
            <a:custGeom>
              <a:avLst/>
              <a:gdLst/>
              <a:ahLst/>
              <a:cxnLst/>
              <a:rect l="0" t="0" r="r" b="b"/>
              <a:pathLst>
                <a:path w="194" h="1135">
                  <a:moveTo>
                    <a:pt x="18" y="1135"/>
                  </a:moveTo>
                  <a:lnTo>
                    <a:pt x="0" y="1135"/>
                  </a:lnTo>
                  <a:lnTo>
                    <a:pt x="0" y="354"/>
                  </a:lnTo>
                  <a:lnTo>
                    <a:pt x="176" y="177"/>
                  </a:lnTo>
                  <a:lnTo>
                    <a:pt x="176" y="0"/>
                  </a:lnTo>
                  <a:lnTo>
                    <a:pt x="194" y="0"/>
                  </a:lnTo>
                  <a:lnTo>
                    <a:pt x="194" y="183"/>
                  </a:lnTo>
                  <a:lnTo>
                    <a:pt x="18" y="360"/>
                  </a:lnTo>
                  <a:lnTo>
                    <a:pt x="18" y="1135"/>
                  </a:ln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</p:sp>
        <p:sp>
          <p:nvSpPr>
            <p:cNvPr id="80" name="Freeform 40">
              <a:extLst>
                <a:ext uri="{FF2B5EF4-FFF2-40B4-BE49-F238E27FC236}">
                  <a16:creationId xmlns:a16="http://schemas.microsoft.com/office/drawing/2014/main" id="{482CEB8C-90E5-4152-8B52-A2881B98A3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>
              <a:off x="9848850" y="330887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</p:sp>
        <p:sp>
          <p:nvSpPr>
            <p:cNvPr id="81" name="Rectangle 41">
              <a:extLst>
                <a:ext uri="{FF2B5EF4-FFF2-40B4-BE49-F238E27FC236}">
                  <a16:creationId xmlns:a16="http://schemas.microsoft.com/office/drawing/2014/main" id="{85010FC2-BC4C-4692-876D-7FE363BFC6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>
              <a:off x="9721056" y="3284272"/>
              <a:ext cx="23813" cy="252413"/>
            </a:xfrm>
            <a:prstGeom prst="rect">
              <a:avLst/>
            </a:pr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</p:sp>
        <p:sp>
          <p:nvSpPr>
            <p:cNvPr id="82" name="Freeform 32">
              <a:extLst>
                <a:ext uri="{FF2B5EF4-FFF2-40B4-BE49-F238E27FC236}">
                  <a16:creationId xmlns:a16="http://schemas.microsoft.com/office/drawing/2014/main" id="{714C1223-2B78-4715-9ACB-079A60D16D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6200000" flipH="1" flipV="1">
              <a:off x="2122751" y="3532184"/>
              <a:ext cx="417513" cy="512763"/>
            </a:xfrm>
            <a:custGeom>
              <a:avLst/>
              <a:gdLst/>
              <a:ahLst/>
              <a:cxnLst/>
              <a:rect l="0" t="0" r="r" b="b"/>
              <a:pathLst>
                <a:path w="263" h="323">
                  <a:moveTo>
                    <a:pt x="12" y="323"/>
                  </a:moveTo>
                  <a:lnTo>
                    <a:pt x="0" y="314"/>
                  </a:lnTo>
                  <a:lnTo>
                    <a:pt x="203" y="108"/>
                  </a:lnTo>
                  <a:lnTo>
                    <a:pt x="248" y="0"/>
                  </a:lnTo>
                  <a:lnTo>
                    <a:pt x="263" y="6"/>
                  </a:lnTo>
                  <a:lnTo>
                    <a:pt x="218" y="117"/>
                  </a:lnTo>
                  <a:lnTo>
                    <a:pt x="218" y="117"/>
                  </a:lnTo>
                  <a:lnTo>
                    <a:pt x="12" y="323"/>
                  </a:ln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</p:sp>
        <p:sp>
          <p:nvSpPr>
            <p:cNvPr id="83" name="Freeform 33">
              <a:extLst>
                <a:ext uri="{FF2B5EF4-FFF2-40B4-BE49-F238E27FC236}">
                  <a16:creationId xmlns:a16="http://schemas.microsoft.com/office/drawing/2014/main" id="{1D9109D3-C92A-410B-9B43-5F02B2D84E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6200000" flipH="1" flipV="1">
              <a:off x="1958445" y="3463128"/>
              <a:ext cx="157163" cy="152400"/>
            </a:xfrm>
            <a:custGeom>
              <a:avLst/>
              <a:gdLst/>
              <a:ahLst/>
              <a:cxnLst/>
              <a:rect l="0" t="0" r="r" b="b"/>
              <a:pathLst>
                <a:path w="33" h="32">
                  <a:moveTo>
                    <a:pt x="17" y="32"/>
                  </a:moveTo>
                  <a:cubicBezTo>
                    <a:pt x="13" y="32"/>
                    <a:pt x="9" y="30"/>
                    <a:pt x="6" y="27"/>
                  </a:cubicBezTo>
                  <a:cubicBezTo>
                    <a:pt x="0" y="21"/>
                    <a:pt x="0" y="11"/>
                    <a:pt x="6" y="5"/>
                  </a:cubicBezTo>
                  <a:cubicBezTo>
                    <a:pt x="9" y="2"/>
                    <a:pt x="13" y="0"/>
                    <a:pt x="17" y="0"/>
                  </a:cubicBezTo>
                  <a:cubicBezTo>
                    <a:pt x="21" y="0"/>
                    <a:pt x="25" y="2"/>
                    <a:pt x="28" y="5"/>
                  </a:cubicBezTo>
                  <a:cubicBezTo>
                    <a:pt x="31" y="8"/>
                    <a:pt x="33" y="12"/>
                    <a:pt x="33" y="16"/>
                  </a:cubicBezTo>
                  <a:cubicBezTo>
                    <a:pt x="33" y="20"/>
                    <a:pt x="31" y="24"/>
                    <a:pt x="28" y="27"/>
                  </a:cubicBezTo>
                  <a:cubicBezTo>
                    <a:pt x="25" y="30"/>
                    <a:pt x="21" y="32"/>
                    <a:pt x="17" y="32"/>
                  </a:cubicBezTo>
                  <a:close/>
                  <a:moveTo>
                    <a:pt x="17" y="4"/>
                  </a:moveTo>
                  <a:cubicBezTo>
                    <a:pt x="14" y="4"/>
                    <a:pt x="11" y="6"/>
                    <a:pt x="9" y="8"/>
                  </a:cubicBezTo>
                  <a:cubicBezTo>
                    <a:pt x="4" y="12"/>
                    <a:pt x="4" y="20"/>
                    <a:pt x="9" y="24"/>
                  </a:cubicBezTo>
                  <a:cubicBezTo>
                    <a:pt x="11" y="27"/>
                    <a:pt x="14" y="28"/>
                    <a:pt x="17" y="28"/>
                  </a:cubicBezTo>
                  <a:cubicBezTo>
                    <a:pt x="20" y="28"/>
                    <a:pt x="23" y="27"/>
                    <a:pt x="26" y="24"/>
                  </a:cubicBezTo>
                  <a:cubicBezTo>
                    <a:pt x="30" y="20"/>
                    <a:pt x="30" y="12"/>
                    <a:pt x="26" y="8"/>
                  </a:cubicBezTo>
                  <a:cubicBezTo>
                    <a:pt x="23" y="6"/>
                    <a:pt x="20" y="4"/>
                    <a:pt x="17" y="4"/>
                  </a:cubicBez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</p:sp>
        <p:sp>
          <p:nvSpPr>
            <p:cNvPr id="84" name="Freeform 34">
              <a:extLst>
                <a:ext uri="{FF2B5EF4-FFF2-40B4-BE49-F238E27FC236}">
                  <a16:creationId xmlns:a16="http://schemas.microsoft.com/office/drawing/2014/main" id="{EF5B327A-A1AE-42F3-815E-84F4AA2948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6200000" flipH="1" flipV="1">
              <a:off x="858308" y="3726653"/>
              <a:ext cx="188913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</p:sp>
        <p:sp>
          <p:nvSpPr>
            <p:cNvPr id="85" name="Freeform 37">
              <a:extLst>
                <a:ext uri="{FF2B5EF4-FFF2-40B4-BE49-F238E27FC236}">
                  <a16:creationId xmlns:a16="http://schemas.microsoft.com/office/drawing/2014/main" id="{77738BDE-751F-4D4C-B4C4-C9DF3EA291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6200000" flipH="1" flipV="1">
              <a:off x="1658407" y="3186902"/>
              <a:ext cx="304800" cy="1544638"/>
            </a:xfrm>
            <a:custGeom>
              <a:avLst/>
              <a:gdLst/>
              <a:ahLst/>
              <a:cxnLst/>
              <a:rect l="0" t="0" r="r" b="b"/>
              <a:pathLst>
                <a:path w="192" h="973">
                  <a:moveTo>
                    <a:pt x="15" y="973"/>
                  </a:moveTo>
                  <a:lnTo>
                    <a:pt x="0" y="973"/>
                  </a:lnTo>
                  <a:lnTo>
                    <a:pt x="0" y="790"/>
                  </a:lnTo>
                  <a:lnTo>
                    <a:pt x="174" y="614"/>
                  </a:lnTo>
                  <a:lnTo>
                    <a:pt x="174" y="0"/>
                  </a:lnTo>
                  <a:lnTo>
                    <a:pt x="192" y="0"/>
                  </a:lnTo>
                  <a:lnTo>
                    <a:pt x="192" y="620"/>
                  </a:lnTo>
                  <a:lnTo>
                    <a:pt x="15" y="796"/>
                  </a:lnTo>
                  <a:lnTo>
                    <a:pt x="15" y="973"/>
                  </a:ln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</p:sp>
        <p:sp>
          <p:nvSpPr>
            <p:cNvPr id="86" name="Freeform 35">
              <a:extLst>
                <a:ext uri="{FF2B5EF4-FFF2-40B4-BE49-F238E27FC236}">
                  <a16:creationId xmlns:a16="http://schemas.microsoft.com/office/drawing/2014/main" id="{9C8C4AD6-72BF-490C-963C-97C7FD7E7E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6200000" flipH="1">
              <a:off x="1860814" y="2715153"/>
              <a:ext cx="298450" cy="1154113"/>
            </a:xfrm>
            <a:custGeom>
              <a:avLst/>
              <a:gdLst/>
              <a:ahLst/>
              <a:cxnLst/>
              <a:rect l="0" t="0" r="r" b="b"/>
              <a:pathLst>
                <a:path w="188" h="727">
                  <a:moveTo>
                    <a:pt x="15" y="727"/>
                  </a:moveTo>
                  <a:lnTo>
                    <a:pt x="0" y="727"/>
                  </a:lnTo>
                  <a:lnTo>
                    <a:pt x="0" y="407"/>
                  </a:lnTo>
                  <a:lnTo>
                    <a:pt x="0" y="407"/>
                  </a:lnTo>
                  <a:lnTo>
                    <a:pt x="176" y="0"/>
                  </a:lnTo>
                  <a:lnTo>
                    <a:pt x="188" y="6"/>
                  </a:lnTo>
                  <a:lnTo>
                    <a:pt x="15" y="410"/>
                  </a:lnTo>
                  <a:lnTo>
                    <a:pt x="15" y="727"/>
                  </a:ln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</p:sp>
        <p:sp>
          <p:nvSpPr>
            <p:cNvPr id="87" name="Freeform 36">
              <a:extLst>
                <a:ext uri="{FF2B5EF4-FFF2-40B4-BE49-F238E27FC236}">
                  <a16:creationId xmlns:a16="http://schemas.microsoft.com/office/drawing/2014/main" id="{94990E31-5AA8-4502-A963-CE1B539DAC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6200000" flipH="1">
              <a:off x="1289314" y="3385079"/>
              <a:ext cx="157163" cy="155575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5"/>
                    <a:pt x="0" y="16"/>
                  </a:cubicBezTo>
                  <a:cubicBezTo>
                    <a:pt x="0" y="7"/>
                    <a:pt x="8" y="0"/>
                    <a:pt x="17" y="0"/>
                  </a:cubicBezTo>
                  <a:cubicBezTo>
                    <a:pt x="26" y="0"/>
                    <a:pt x="33" y="7"/>
                    <a:pt x="33" y="16"/>
                  </a:cubicBezTo>
                  <a:cubicBezTo>
                    <a:pt x="33" y="25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9"/>
                    <a:pt x="4" y="16"/>
                  </a:cubicBezTo>
                  <a:cubicBezTo>
                    <a:pt x="4" y="23"/>
                    <a:pt x="10" y="29"/>
                    <a:pt x="17" y="29"/>
                  </a:cubicBezTo>
                  <a:cubicBezTo>
                    <a:pt x="23" y="29"/>
                    <a:pt x="29" y="23"/>
                    <a:pt x="29" y="16"/>
                  </a:cubicBezTo>
                  <a:cubicBezTo>
                    <a:pt x="29" y="9"/>
                    <a:pt x="23" y="4"/>
                    <a:pt x="17" y="4"/>
                  </a:cubicBez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</p:sp>
        <p:sp>
          <p:nvSpPr>
            <p:cNvPr id="88" name="Freeform 38">
              <a:extLst>
                <a:ext uri="{FF2B5EF4-FFF2-40B4-BE49-F238E27FC236}">
                  <a16:creationId xmlns:a16="http://schemas.microsoft.com/office/drawing/2014/main" id="{9E703E9D-ED76-449C-A8C0-7A1E24B8B2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6200000" flipH="1">
              <a:off x="605895" y="3247760"/>
              <a:ext cx="188913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</p:sp>
        <p:sp>
          <p:nvSpPr>
            <p:cNvPr id="89" name="Freeform 39">
              <a:extLst>
                <a:ext uri="{FF2B5EF4-FFF2-40B4-BE49-F238E27FC236}">
                  <a16:creationId xmlns:a16="http://schemas.microsoft.com/office/drawing/2014/main" id="{C70A75E8-C815-4CCF-ABEE-83F19BFE05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6200000" flipH="1">
              <a:off x="1532202" y="2305578"/>
              <a:ext cx="307975" cy="1801813"/>
            </a:xfrm>
            <a:custGeom>
              <a:avLst/>
              <a:gdLst/>
              <a:ahLst/>
              <a:cxnLst/>
              <a:rect l="0" t="0" r="r" b="b"/>
              <a:pathLst>
                <a:path w="194" h="1135">
                  <a:moveTo>
                    <a:pt x="18" y="1135"/>
                  </a:moveTo>
                  <a:lnTo>
                    <a:pt x="0" y="1135"/>
                  </a:lnTo>
                  <a:lnTo>
                    <a:pt x="0" y="354"/>
                  </a:lnTo>
                  <a:lnTo>
                    <a:pt x="176" y="177"/>
                  </a:lnTo>
                  <a:lnTo>
                    <a:pt x="176" y="0"/>
                  </a:lnTo>
                  <a:lnTo>
                    <a:pt x="194" y="0"/>
                  </a:lnTo>
                  <a:lnTo>
                    <a:pt x="194" y="183"/>
                  </a:lnTo>
                  <a:lnTo>
                    <a:pt x="18" y="360"/>
                  </a:lnTo>
                  <a:lnTo>
                    <a:pt x="18" y="1135"/>
                  </a:ln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</p:sp>
        <p:sp>
          <p:nvSpPr>
            <p:cNvPr id="90" name="Freeform 40">
              <a:extLst>
                <a:ext uri="{FF2B5EF4-FFF2-40B4-BE49-F238E27FC236}">
                  <a16:creationId xmlns:a16="http://schemas.microsoft.com/office/drawing/2014/main" id="{E15638E1-6A92-4D31-A034-853A65A754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6200000" flipH="1">
              <a:off x="2154501" y="346127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</p:sp>
        <p:sp>
          <p:nvSpPr>
            <p:cNvPr id="91" name="Rectangle 41">
              <a:extLst>
                <a:ext uri="{FF2B5EF4-FFF2-40B4-BE49-F238E27FC236}">
                  <a16:creationId xmlns:a16="http://schemas.microsoft.com/office/drawing/2014/main" id="{EA3E8D58-D52B-4300-8A50-5696430D1A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6200000" flipH="1">
              <a:off x="2448983" y="3436672"/>
              <a:ext cx="23813" cy="252413"/>
            </a:xfrm>
            <a:prstGeom prst="rect">
              <a:avLst/>
            </a:pr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6B166F45-B532-47B5-BA6D-5899DB5CD9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7001" y="2910983"/>
            <a:ext cx="6858000" cy="1199730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pPr algn="ctr"/>
            <a:r>
              <a:rPr lang="en-US" sz="4400" dirty="0">
                <a:solidFill>
                  <a:srgbClr val="FFFFFF"/>
                </a:solidFill>
              </a:rPr>
              <a:t>Mas quem </a:t>
            </a:r>
            <a:br>
              <a:rPr lang="en-US" sz="4400" dirty="0">
                <a:solidFill>
                  <a:srgbClr val="FFFFFF"/>
                </a:solidFill>
              </a:rPr>
            </a:br>
            <a:r>
              <a:rPr lang="en-US" sz="4400" dirty="0">
                <a:solidFill>
                  <a:srgbClr val="FFFFFF"/>
                </a:solidFill>
              </a:rPr>
              <a:t>desenvolve isso </a:t>
            </a:r>
            <a:r>
              <a:rPr lang="en-US" sz="4400" dirty="0">
                <a:solidFill>
                  <a:srgbClr val="FFFFFF"/>
                </a:solidFill>
                <a:latin typeface="Calibri" pitchFamily="34" charset="0"/>
              </a:rPr>
              <a:t>?</a:t>
            </a:r>
            <a:r>
              <a:rPr lang="en-US" sz="4400" dirty="0">
                <a:solidFill>
                  <a:srgbClr val="FFFFFF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80845977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8000"/>
                <a:hueMod val="94000"/>
                <a:satMod val="148000"/>
                <a:lumMod val="140000"/>
              </a:schemeClr>
            </a:gs>
            <a:gs pos="100000">
              <a:schemeClr val="bg2">
                <a:shade val="92000"/>
                <a:hueMod val="104000"/>
                <a:satMod val="140000"/>
                <a:lumMod val="48000"/>
              </a:schemeClr>
            </a:gs>
          </a:gsLst>
          <a:lin ang="504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Picture 2">
            <a:extLst>
              <a:ext uri="{FF2B5EF4-FFF2-40B4-BE49-F238E27FC236}">
                <a16:creationId xmlns:a16="http://schemas.microsoft.com/office/drawing/2014/main" id="{0D976396-8CE8-4BF2-9DC5-673B163BFD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01" name="Group 100">
            <a:extLst>
              <a:ext uri="{FF2B5EF4-FFF2-40B4-BE49-F238E27FC236}">
                <a16:creationId xmlns:a16="http://schemas.microsoft.com/office/drawing/2014/main" id="{A44B4622-6C6D-4357-A6BF-4ADFA8DA21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4288" y="0"/>
            <a:ext cx="12053888" cy="6858001"/>
            <a:chOff x="-14288" y="0"/>
            <a:chExt cx="12053888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grpSp>
          <p:nvGrpSpPr>
            <p:cNvPr id="102" name="Group 101">
              <a:extLst>
                <a:ext uri="{FF2B5EF4-FFF2-40B4-BE49-F238E27FC236}">
                  <a16:creationId xmlns:a16="http://schemas.microsoft.com/office/drawing/2014/main" id="{63A6CB2A-1AFB-42D7-B4D3-09501FC35B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pFill/>
          </p:grpSpPr>
          <p:sp>
            <p:nvSpPr>
              <p:cNvPr id="114" name="Rectangle 5">
                <a:extLst>
                  <a:ext uri="{FF2B5EF4-FFF2-40B4-BE49-F238E27FC236}">
                    <a16:creationId xmlns:a16="http://schemas.microsoft.com/office/drawing/2014/main" id="{19A439D3-6BFA-467E-9C22-BF0C1FD65D7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115" name="Freeform 6">
                <a:extLst>
                  <a:ext uri="{FF2B5EF4-FFF2-40B4-BE49-F238E27FC236}">
                    <a16:creationId xmlns:a16="http://schemas.microsoft.com/office/drawing/2014/main" id="{593FFA50-28FC-4AF0-9495-DE41440E20D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16" name="Freeform 7">
                <a:extLst>
                  <a:ext uri="{FF2B5EF4-FFF2-40B4-BE49-F238E27FC236}">
                    <a16:creationId xmlns:a16="http://schemas.microsoft.com/office/drawing/2014/main" id="{0FB68F07-772E-4629-8A61-40558325451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17" name="Freeform 8">
                <a:extLst>
                  <a:ext uri="{FF2B5EF4-FFF2-40B4-BE49-F238E27FC236}">
                    <a16:creationId xmlns:a16="http://schemas.microsoft.com/office/drawing/2014/main" id="{171702FF-8A66-4576-99E0-BDC7F66921B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18" name="Freeform 9">
                <a:extLst>
                  <a:ext uri="{FF2B5EF4-FFF2-40B4-BE49-F238E27FC236}">
                    <a16:creationId xmlns:a16="http://schemas.microsoft.com/office/drawing/2014/main" id="{219C2ADE-5C69-47AA-8D54-BE49D729F89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19" name="Freeform 10">
                <a:extLst>
                  <a:ext uri="{FF2B5EF4-FFF2-40B4-BE49-F238E27FC236}">
                    <a16:creationId xmlns:a16="http://schemas.microsoft.com/office/drawing/2014/main" id="{C487C228-6327-47B1-9104-758366F378C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0" name="Freeform 11">
                <a:extLst>
                  <a:ext uri="{FF2B5EF4-FFF2-40B4-BE49-F238E27FC236}">
                    <a16:creationId xmlns:a16="http://schemas.microsoft.com/office/drawing/2014/main" id="{60D29978-A75A-4AD7-9CC0-4D7B319F6A5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1" name="Freeform 12">
                <a:extLst>
                  <a:ext uri="{FF2B5EF4-FFF2-40B4-BE49-F238E27FC236}">
                    <a16:creationId xmlns:a16="http://schemas.microsoft.com/office/drawing/2014/main" id="{98663D8F-6AE3-4218-8182-DAE2492F170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2" name="Freeform 13">
                <a:extLst>
                  <a:ext uri="{FF2B5EF4-FFF2-40B4-BE49-F238E27FC236}">
                    <a16:creationId xmlns:a16="http://schemas.microsoft.com/office/drawing/2014/main" id="{014E41A5-C714-4745-9686-32FB4E4365A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3" name="Freeform 14">
                <a:extLst>
                  <a:ext uri="{FF2B5EF4-FFF2-40B4-BE49-F238E27FC236}">
                    <a16:creationId xmlns:a16="http://schemas.microsoft.com/office/drawing/2014/main" id="{EDE53C48-191C-4CFD-AB1D-FB59BFB483E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4" name="Freeform 15">
                <a:extLst>
                  <a:ext uri="{FF2B5EF4-FFF2-40B4-BE49-F238E27FC236}">
                    <a16:creationId xmlns:a16="http://schemas.microsoft.com/office/drawing/2014/main" id="{9A3D5918-3D8D-466A-8957-6DCC2A825C6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5" name="Line 16">
                <a:extLst>
                  <a:ext uri="{FF2B5EF4-FFF2-40B4-BE49-F238E27FC236}">
                    <a16:creationId xmlns:a16="http://schemas.microsoft.com/office/drawing/2014/main" id="{654EFECB-3569-4BBF-9D95-4ACD81E62C6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ShapeType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126" name="Freeform 17">
                <a:extLst>
                  <a:ext uri="{FF2B5EF4-FFF2-40B4-BE49-F238E27FC236}">
                    <a16:creationId xmlns:a16="http://schemas.microsoft.com/office/drawing/2014/main" id="{E56DFCE7-4DFC-4858-97A4-ABAF50983F5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7" name="Freeform 18">
                <a:extLst>
                  <a:ext uri="{FF2B5EF4-FFF2-40B4-BE49-F238E27FC236}">
                    <a16:creationId xmlns:a16="http://schemas.microsoft.com/office/drawing/2014/main" id="{DCF8ABF1-40B7-44F4-A1BC-1E848A38357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8" name="Freeform 19">
                <a:extLst>
                  <a:ext uri="{FF2B5EF4-FFF2-40B4-BE49-F238E27FC236}">
                    <a16:creationId xmlns:a16="http://schemas.microsoft.com/office/drawing/2014/main" id="{60D92462-1463-4854-9F70-C7B777DEF1E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9" name="Freeform 20">
                <a:extLst>
                  <a:ext uri="{FF2B5EF4-FFF2-40B4-BE49-F238E27FC236}">
                    <a16:creationId xmlns:a16="http://schemas.microsoft.com/office/drawing/2014/main" id="{686E16F7-2865-4453-AC56-DC876A5B8EC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0" name="Rectangle 21">
                <a:extLst>
                  <a:ext uri="{FF2B5EF4-FFF2-40B4-BE49-F238E27FC236}">
                    <a16:creationId xmlns:a16="http://schemas.microsoft.com/office/drawing/2014/main" id="{ADB22857-7E4E-478F-9352-4890B7A5B19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131" name="Freeform 22">
                <a:extLst>
                  <a:ext uri="{FF2B5EF4-FFF2-40B4-BE49-F238E27FC236}">
                    <a16:creationId xmlns:a16="http://schemas.microsoft.com/office/drawing/2014/main" id="{450AB6CE-E6F8-4D31-9ED2-5C5408A72D1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2" name="Freeform 23">
                <a:extLst>
                  <a:ext uri="{FF2B5EF4-FFF2-40B4-BE49-F238E27FC236}">
                    <a16:creationId xmlns:a16="http://schemas.microsoft.com/office/drawing/2014/main" id="{C2627500-57B7-4F39-9460-E1CE4271806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3" name="Freeform 24">
                <a:extLst>
                  <a:ext uri="{FF2B5EF4-FFF2-40B4-BE49-F238E27FC236}">
                    <a16:creationId xmlns:a16="http://schemas.microsoft.com/office/drawing/2014/main" id="{863C2166-F2F9-4CCF-9FC2-91A768C035B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4" name="Freeform 25">
                <a:extLst>
                  <a:ext uri="{FF2B5EF4-FFF2-40B4-BE49-F238E27FC236}">
                    <a16:creationId xmlns:a16="http://schemas.microsoft.com/office/drawing/2014/main" id="{F40FC89F-F227-4970-86FB-7A17897404C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5" name="Freeform 26">
                <a:extLst>
                  <a:ext uri="{FF2B5EF4-FFF2-40B4-BE49-F238E27FC236}">
                    <a16:creationId xmlns:a16="http://schemas.microsoft.com/office/drawing/2014/main" id="{468468EA-0FA9-44EB-B2C1-6893ABFACF2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6" name="Freeform 27">
                <a:extLst>
                  <a:ext uri="{FF2B5EF4-FFF2-40B4-BE49-F238E27FC236}">
                    <a16:creationId xmlns:a16="http://schemas.microsoft.com/office/drawing/2014/main" id="{A503597C-CCAD-49B3-BAFA-F4D71D817C1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7" name="Freeform 28">
                <a:extLst>
                  <a:ext uri="{FF2B5EF4-FFF2-40B4-BE49-F238E27FC236}">
                    <a16:creationId xmlns:a16="http://schemas.microsoft.com/office/drawing/2014/main" id="{8B22EA19-D703-4E10-B794-58D6FF78ED6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8" name="Freeform 29">
                <a:extLst>
                  <a:ext uri="{FF2B5EF4-FFF2-40B4-BE49-F238E27FC236}">
                    <a16:creationId xmlns:a16="http://schemas.microsoft.com/office/drawing/2014/main" id="{19FC3869-8130-40B9-9DF8-C269F5EDB18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9" name="Freeform 30">
                <a:extLst>
                  <a:ext uri="{FF2B5EF4-FFF2-40B4-BE49-F238E27FC236}">
                    <a16:creationId xmlns:a16="http://schemas.microsoft.com/office/drawing/2014/main" id="{471DF0DF-0D8D-4BF4-B0FC-0C828813E85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0" name="Freeform 31">
                <a:extLst>
                  <a:ext uri="{FF2B5EF4-FFF2-40B4-BE49-F238E27FC236}">
                    <a16:creationId xmlns:a16="http://schemas.microsoft.com/office/drawing/2014/main" id="{DF28C461-B139-4B6F-B409-26F9E315843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3" name="Group 102">
              <a:extLst>
                <a:ext uri="{FF2B5EF4-FFF2-40B4-BE49-F238E27FC236}">
                  <a16:creationId xmlns:a16="http://schemas.microsoft.com/office/drawing/2014/main" id="{38B3C18F-4FA0-40BA-B7A3-60A37711FC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pFill/>
          </p:grpSpPr>
          <p:sp>
            <p:nvSpPr>
              <p:cNvPr id="104" name="Freeform 32">
                <a:extLst>
                  <a:ext uri="{FF2B5EF4-FFF2-40B4-BE49-F238E27FC236}">
                    <a16:creationId xmlns:a16="http://schemas.microsoft.com/office/drawing/2014/main" id="{111C211C-7FAF-452A-AAFC-C664199EA70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05" name="Freeform 33">
                <a:extLst>
                  <a:ext uri="{FF2B5EF4-FFF2-40B4-BE49-F238E27FC236}">
                    <a16:creationId xmlns:a16="http://schemas.microsoft.com/office/drawing/2014/main" id="{3325D432-947F-4BC5-B6C4-CD6C8180A6E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06" name="Freeform 34">
                <a:extLst>
                  <a:ext uri="{FF2B5EF4-FFF2-40B4-BE49-F238E27FC236}">
                    <a16:creationId xmlns:a16="http://schemas.microsoft.com/office/drawing/2014/main" id="{C9F22CCB-3D63-42A9-917E-1677E92E044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07" name="Freeform 35">
                <a:extLst>
                  <a:ext uri="{FF2B5EF4-FFF2-40B4-BE49-F238E27FC236}">
                    <a16:creationId xmlns:a16="http://schemas.microsoft.com/office/drawing/2014/main" id="{2BD44110-60CE-420C-9195-A26160C5B38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08" name="Freeform 36">
                <a:extLst>
                  <a:ext uri="{FF2B5EF4-FFF2-40B4-BE49-F238E27FC236}">
                    <a16:creationId xmlns:a16="http://schemas.microsoft.com/office/drawing/2014/main" id="{FD0647CE-B225-45C3-A3FF-B2B2F008A04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09" name="Freeform 37">
                <a:extLst>
                  <a:ext uri="{FF2B5EF4-FFF2-40B4-BE49-F238E27FC236}">
                    <a16:creationId xmlns:a16="http://schemas.microsoft.com/office/drawing/2014/main" id="{88472412-E163-4BB9-9D32-963604F346E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10" name="Freeform 38">
                <a:extLst>
                  <a:ext uri="{FF2B5EF4-FFF2-40B4-BE49-F238E27FC236}">
                    <a16:creationId xmlns:a16="http://schemas.microsoft.com/office/drawing/2014/main" id="{F20CE1F8-C3D0-4B3A-85F6-DA59AA8908D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11" name="Freeform 39">
                <a:extLst>
                  <a:ext uri="{FF2B5EF4-FFF2-40B4-BE49-F238E27FC236}">
                    <a16:creationId xmlns:a16="http://schemas.microsoft.com/office/drawing/2014/main" id="{706C22A0-01DE-486E-B0A9-66F5E7F46C3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12" name="Freeform 40">
                <a:extLst>
                  <a:ext uri="{FF2B5EF4-FFF2-40B4-BE49-F238E27FC236}">
                    <a16:creationId xmlns:a16="http://schemas.microsoft.com/office/drawing/2014/main" id="{E3EA80D9-86C1-4171-A66F-DA17AF525F8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13" name="Rectangle 41">
                <a:extLst>
                  <a:ext uri="{FF2B5EF4-FFF2-40B4-BE49-F238E27FC236}">
                    <a16:creationId xmlns:a16="http://schemas.microsoft.com/office/drawing/2014/main" id="{025C50E7-1ACD-40F2-B61B-8C581A028ED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pic>
        <p:nvPicPr>
          <p:cNvPr id="142" name="Picture 2">
            <a:extLst>
              <a:ext uri="{FF2B5EF4-FFF2-40B4-BE49-F238E27FC236}">
                <a16:creationId xmlns:a16="http://schemas.microsoft.com/office/drawing/2014/main" id="{07D54E63-6018-454A-93F0-E71F2CAF75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591" y="0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44" name="Group 143">
            <a:extLst>
              <a:ext uri="{FF2B5EF4-FFF2-40B4-BE49-F238E27FC236}">
                <a16:creationId xmlns:a16="http://schemas.microsoft.com/office/drawing/2014/main" id="{B76DCF88-9FB4-41A5-9112-2DACF647AB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053888" cy="6858001"/>
            <a:chOff x="-14288" y="0"/>
            <a:chExt cx="12053888" cy="6858001"/>
          </a:xfrm>
        </p:grpSpPr>
        <p:grpSp>
          <p:nvGrpSpPr>
            <p:cNvPr id="145" name="Group 144">
              <a:extLst>
                <a:ext uri="{FF2B5EF4-FFF2-40B4-BE49-F238E27FC236}">
                  <a16:creationId xmlns:a16="http://schemas.microsoft.com/office/drawing/2014/main" id="{06F7EFA6-48F2-420F-82CA-8AA802FA61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57" name="Rectangle 5">
                <a:extLst>
                  <a:ext uri="{FF2B5EF4-FFF2-40B4-BE49-F238E27FC236}">
                    <a16:creationId xmlns:a16="http://schemas.microsoft.com/office/drawing/2014/main" id="{FA452E88-1FB3-4289-86E4-B0BB1AAE01C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158" name="Freeform 6">
                <a:extLst>
                  <a:ext uri="{FF2B5EF4-FFF2-40B4-BE49-F238E27FC236}">
                    <a16:creationId xmlns:a16="http://schemas.microsoft.com/office/drawing/2014/main" id="{66CFC533-08E0-41AA-B2AD-36657A395C5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9" name="Freeform 7">
                <a:extLst>
                  <a:ext uri="{FF2B5EF4-FFF2-40B4-BE49-F238E27FC236}">
                    <a16:creationId xmlns:a16="http://schemas.microsoft.com/office/drawing/2014/main" id="{0FD3CE26-31AC-4694-B3E9-1F7D2CFB2BD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0" name="Freeform 8">
                <a:extLst>
                  <a:ext uri="{FF2B5EF4-FFF2-40B4-BE49-F238E27FC236}">
                    <a16:creationId xmlns:a16="http://schemas.microsoft.com/office/drawing/2014/main" id="{3CA89DE8-5A37-4596-9C19-4D2A3D1730F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1" name="Freeform 9">
                <a:extLst>
                  <a:ext uri="{FF2B5EF4-FFF2-40B4-BE49-F238E27FC236}">
                    <a16:creationId xmlns:a16="http://schemas.microsoft.com/office/drawing/2014/main" id="{8C5D5490-BF3C-4679-B5F2-9E10CA0FDD4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2" name="Freeform 10">
                <a:extLst>
                  <a:ext uri="{FF2B5EF4-FFF2-40B4-BE49-F238E27FC236}">
                    <a16:creationId xmlns:a16="http://schemas.microsoft.com/office/drawing/2014/main" id="{E2BB4F68-4B11-40C7-B70D-507E302B36F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3" name="Freeform 11">
                <a:extLst>
                  <a:ext uri="{FF2B5EF4-FFF2-40B4-BE49-F238E27FC236}">
                    <a16:creationId xmlns:a16="http://schemas.microsoft.com/office/drawing/2014/main" id="{D32DD7E7-30ED-4C44-9AFB-D641492C62C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4" name="Freeform 12">
                <a:extLst>
                  <a:ext uri="{FF2B5EF4-FFF2-40B4-BE49-F238E27FC236}">
                    <a16:creationId xmlns:a16="http://schemas.microsoft.com/office/drawing/2014/main" id="{5A35898D-93D3-414D-9414-6E9948BFD2E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5" name="Freeform 13">
                <a:extLst>
                  <a:ext uri="{FF2B5EF4-FFF2-40B4-BE49-F238E27FC236}">
                    <a16:creationId xmlns:a16="http://schemas.microsoft.com/office/drawing/2014/main" id="{CCBD18B2-885C-4D39-BBF8-B25BD6240B8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6" name="Freeform 14">
                <a:extLst>
                  <a:ext uri="{FF2B5EF4-FFF2-40B4-BE49-F238E27FC236}">
                    <a16:creationId xmlns:a16="http://schemas.microsoft.com/office/drawing/2014/main" id="{2D7C1B8F-757D-4404-9084-1259E4CF3CC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7" name="Freeform 15">
                <a:extLst>
                  <a:ext uri="{FF2B5EF4-FFF2-40B4-BE49-F238E27FC236}">
                    <a16:creationId xmlns:a16="http://schemas.microsoft.com/office/drawing/2014/main" id="{D009D7B4-6B3E-4D8B-B171-DDC7E33C321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8" name="Line 16">
                <a:extLst>
                  <a:ext uri="{FF2B5EF4-FFF2-40B4-BE49-F238E27FC236}">
                    <a16:creationId xmlns:a16="http://schemas.microsoft.com/office/drawing/2014/main" id="{6BA54243-661C-40AB-9752-597FD75719D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ShapeType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169" name="Freeform 17">
                <a:extLst>
                  <a:ext uri="{FF2B5EF4-FFF2-40B4-BE49-F238E27FC236}">
                    <a16:creationId xmlns:a16="http://schemas.microsoft.com/office/drawing/2014/main" id="{2024F2C0-F211-4AB1-8B2C-4583C883817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0" name="Freeform 18">
                <a:extLst>
                  <a:ext uri="{FF2B5EF4-FFF2-40B4-BE49-F238E27FC236}">
                    <a16:creationId xmlns:a16="http://schemas.microsoft.com/office/drawing/2014/main" id="{ECA788FB-1175-4565-B00C-DCABADC6125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1" name="Freeform 19">
                <a:extLst>
                  <a:ext uri="{FF2B5EF4-FFF2-40B4-BE49-F238E27FC236}">
                    <a16:creationId xmlns:a16="http://schemas.microsoft.com/office/drawing/2014/main" id="{12CF18FB-9E24-4B69-B810-97A5C90808B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2" name="Freeform 20">
                <a:extLst>
                  <a:ext uri="{FF2B5EF4-FFF2-40B4-BE49-F238E27FC236}">
                    <a16:creationId xmlns:a16="http://schemas.microsoft.com/office/drawing/2014/main" id="{D734BB2E-A007-4F54-A7BB-0F4EE9D2F07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3" name="Rectangle 21">
                <a:extLst>
                  <a:ext uri="{FF2B5EF4-FFF2-40B4-BE49-F238E27FC236}">
                    <a16:creationId xmlns:a16="http://schemas.microsoft.com/office/drawing/2014/main" id="{7E290049-75AE-43A0-8203-D68C6B7C020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174" name="Freeform 22">
                <a:extLst>
                  <a:ext uri="{FF2B5EF4-FFF2-40B4-BE49-F238E27FC236}">
                    <a16:creationId xmlns:a16="http://schemas.microsoft.com/office/drawing/2014/main" id="{CBAD5CE6-5699-4759-B1B6-EF20457BF69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5" name="Freeform 23">
                <a:extLst>
                  <a:ext uri="{FF2B5EF4-FFF2-40B4-BE49-F238E27FC236}">
                    <a16:creationId xmlns:a16="http://schemas.microsoft.com/office/drawing/2014/main" id="{69C07EED-FD36-4060-A9A8-4E49F5ECDC5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6" name="Freeform 24">
                <a:extLst>
                  <a:ext uri="{FF2B5EF4-FFF2-40B4-BE49-F238E27FC236}">
                    <a16:creationId xmlns:a16="http://schemas.microsoft.com/office/drawing/2014/main" id="{7ED02DC3-00A5-45D0-94C5-31252B5BFBB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7" name="Freeform 25">
                <a:extLst>
                  <a:ext uri="{FF2B5EF4-FFF2-40B4-BE49-F238E27FC236}">
                    <a16:creationId xmlns:a16="http://schemas.microsoft.com/office/drawing/2014/main" id="{FBB1DD7B-20A9-4CE4-8C3F-4BACA4B15B4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8" name="Freeform 26">
                <a:extLst>
                  <a:ext uri="{FF2B5EF4-FFF2-40B4-BE49-F238E27FC236}">
                    <a16:creationId xmlns:a16="http://schemas.microsoft.com/office/drawing/2014/main" id="{9212DCB8-6894-4996-A625-BD88764798E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9" name="Freeform 27">
                <a:extLst>
                  <a:ext uri="{FF2B5EF4-FFF2-40B4-BE49-F238E27FC236}">
                    <a16:creationId xmlns:a16="http://schemas.microsoft.com/office/drawing/2014/main" id="{2780A787-D6A2-488F-8216-5042F5F4E76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0" name="Freeform 28">
                <a:extLst>
                  <a:ext uri="{FF2B5EF4-FFF2-40B4-BE49-F238E27FC236}">
                    <a16:creationId xmlns:a16="http://schemas.microsoft.com/office/drawing/2014/main" id="{B7C6F9B6-0207-4245-A568-F1D5C1F939E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1" name="Freeform 29">
                <a:extLst>
                  <a:ext uri="{FF2B5EF4-FFF2-40B4-BE49-F238E27FC236}">
                    <a16:creationId xmlns:a16="http://schemas.microsoft.com/office/drawing/2014/main" id="{EC03E80E-65E6-43D2-800C-D3E5CEF16CA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2" name="Freeform 30">
                <a:extLst>
                  <a:ext uri="{FF2B5EF4-FFF2-40B4-BE49-F238E27FC236}">
                    <a16:creationId xmlns:a16="http://schemas.microsoft.com/office/drawing/2014/main" id="{7B132E67-47FB-491E-98DA-D28ADE8D17E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3" name="Freeform 31">
                <a:extLst>
                  <a:ext uri="{FF2B5EF4-FFF2-40B4-BE49-F238E27FC236}">
                    <a16:creationId xmlns:a16="http://schemas.microsoft.com/office/drawing/2014/main" id="{6512933D-AB97-4D6F-86DA-6AAEB9F73AF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46" name="Group 145">
              <a:extLst>
                <a:ext uri="{FF2B5EF4-FFF2-40B4-BE49-F238E27FC236}">
                  <a16:creationId xmlns:a16="http://schemas.microsoft.com/office/drawing/2014/main" id="{D2AAD483-B4B4-4901-9C1B-F391F3B100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47" name="Freeform 32">
                <a:extLst>
                  <a:ext uri="{FF2B5EF4-FFF2-40B4-BE49-F238E27FC236}">
                    <a16:creationId xmlns:a16="http://schemas.microsoft.com/office/drawing/2014/main" id="{26CA00F2-52DB-420A-B2CE-622E2449344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8" name="Freeform 33">
                <a:extLst>
                  <a:ext uri="{FF2B5EF4-FFF2-40B4-BE49-F238E27FC236}">
                    <a16:creationId xmlns:a16="http://schemas.microsoft.com/office/drawing/2014/main" id="{6D6F23D3-1299-402E-B7E6-EA524506065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9" name="Freeform 34">
                <a:extLst>
                  <a:ext uri="{FF2B5EF4-FFF2-40B4-BE49-F238E27FC236}">
                    <a16:creationId xmlns:a16="http://schemas.microsoft.com/office/drawing/2014/main" id="{680732F5-25A5-4A7F-958D-7F01293BFDA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0" name="Freeform 35">
                <a:extLst>
                  <a:ext uri="{FF2B5EF4-FFF2-40B4-BE49-F238E27FC236}">
                    <a16:creationId xmlns:a16="http://schemas.microsoft.com/office/drawing/2014/main" id="{20817740-C1CF-458F-9A10-051C0289BF1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1" name="Freeform 36">
                <a:extLst>
                  <a:ext uri="{FF2B5EF4-FFF2-40B4-BE49-F238E27FC236}">
                    <a16:creationId xmlns:a16="http://schemas.microsoft.com/office/drawing/2014/main" id="{3BB94575-5155-4DE7-A304-54E256B61DD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2" name="Freeform 37">
                <a:extLst>
                  <a:ext uri="{FF2B5EF4-FFF2-40B4-BE49-F238E27FC236}">
                    <a16:creationId xmlns:a16="http://schemas.microsoft.com/office/drawing/2014/main" id="{E887FE25-3092-4CE9-B181-EF67C21BCCC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3" name="Freeform 38">
                <a:extLst>
                  <a:ext uri="{FF2B5EF4-FFF2-40B4-BE49-F238E27FC236}">
                    <a16:creationId xmlns:a16="http://schemas.microsoft.com/office/drawing/2014/main" id="{2FE2B836-E249-4A78-AB56-CDB45BDACD7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4" name="Freeform 39">
                <a:extLst>
                  <a:ext uri="{FF2B5EF4-FFF2-40B4-BE49-F238E27FC236}">
                    <a16:creationId xmlns:a16="http://schemas.microsoft.com/office/drawing/2014/main" id="{BDE04C1F-8A69-422B-8E02-02FB2602210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5" name="Freeform 40">
                <a:extLst>
                  <a:ext uri="{FF2B5EF4-FFF2-40B4-BE49-F238E27FC236}">
                    <a16:creationId xmlns:a16="http://schemas.microsoft.com/office/drawing/2014/main" id="{00208B4E-96A5-46F3-9FF0-C117FA8EEF7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6" name="Rectangle 41">
                <a:extLst>
                  <a:ext uri="{FF2B5EF4-FFF2-40B4-BE49-F238E27FC236}">
                    <a16:creationId xmlns:a16="http://schemas.microsoft.com/office/drawing/2014/main" id="{B2C8F532-05B8-4D61-A815-E225640B43A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 useBgFill="1">
        <p:nvSpPr>
          <p:cNvPr id="185" name="Rectangle 184">
            <a:extLst>
              <a:ext uri="{FF2B5EF4-FFF2-40B4-BE49-F238E27FC236}">
                <a16:creationId xmlns:a16="http://schemas.microsoft.com/office/drawing/2014/main" id="{DD276684-B387-4740-B467-9F85F45A3C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B166F45-B532-47B5-BA6D-5899DB5CD9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48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profissões</a:t>
            </a:r>
            <a:r>
              <a:rPr 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do </a:t>
            </a:r>
            <a:r>
              <a:rPr lang="en-US" sz="48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futuro</a:t>
            </a:r>
            <a:r>
              <a:rPr 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48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ou</a:t>
            </a:r>
            <a:r>
              <a:rPr 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48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será</a:t>
            </a:r>
            <a:r>
              <a:rPr 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do </a:t>
            </a:r>
            <a:r>
              <a:rPr lang="en-US" sz="48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presente</a:t>
            </a:r>
            <a:r>
              <a:rPr 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!?</a:t>
            </a:r>
          </a:p>
        </p:txBody>
      </p:sp>
      <p:graphicFrame>
        <p:nvGraphicFramePr>
          <p:cNvPr id="5" name="Espaço Reservado para Conteúdo 13">
            <a:extLst>
              <a:ext uri="{FF2B5EF4-FFF2-40B4-BE49-F238E27FC236}">
                <a16:creationId xmlns:a16="http://schemas.microsoft.com/office/drawing/2014/main" id="{67BDDB10-82F0-4EBB-B339-57872D8AB6A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81948443"/>
              </p:ext>
            </p:extLst>
          </p:nvPr>
        </p:nvGraphicFramePr>
        <p:xfrm>
          <a:off x="328612" y="2463799"/>
          <a:ext cx="11498267" cy="356182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54983883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48000"/>
                <a:hueMod val="106000"/>
                <a:satMod val="140000"/>
                <a:lumMod val="42000"/>
              </a:schemeClr>
              <a:schemeClr val="bg2">
                <a:tint val="98000"/>
                <a:hueMod val="92000"/>
                <a:satMod val="220000"/>
                <a:lumMod val="9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04" name="Picture 2">
            <a:extLst>
              <a:ext uri="{FF2B5EF4-FFF2-40B4-BE49-F238E27FC236}">
                <a16:creationId xmlns:a16="http://schemas.microsoft.com/office/drawing/2014/main" id="{38BFA449-4933-478B-B27D-ACCC557FF9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4105" name="Group 130">
            <a:extLst>
              <a:ext uri="{FF2B5EF4-FFF2-40B4-BE49-F238E27FC236}">
                <a16:creationId xmlns:a16="http://schemas.microsoft.com/office/drawing/2014/main" id="{F21A37DB-EDD2-4025-A254-7FE5E4C7AE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sp>
          <p:nvSpPr>
            <p:cNvPr id="132" name="Rectangle 5">
              <a:extLst>
                <a:ext uri="{FF2B5EF4-FFF2-40B4-BE49-F238E27FC236}">
                  <a16:creationId xmlns:a16="http://schemas.microsoft.com/office/drawing/2014/main" id="{708D40D6-935E-4579-ABE6-A99C7E33FC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3" name="Freeform 6">
              <a:extLst>
                <a:ext uri="{FF2B5EF4-FFF2-40B4-BE49-F238E27FC236}">
                  <a16:creationId xmlns:a16="http://schemas.microsoft.com/office/drawing/2014/main" id="{F9775315-32FD-4BD8-BB73-F51CD2C686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34" name="Freeform 7">
              <a:extLst>
                <a:ext uri="{FF2B5EF4-FFF2-40B4-BE49-F238E27FC236}">
                  <a16:creationId xmlns:a16="http://schemas.microsoft.com/office/drawing/2014/main" id="{336A6870-9B40-41FF-B9F4-A6BA3B2987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35" name="Rectangle 8">
              <a:extLst>
                <a:ext uri="{FF2B5EF4-FFF2-40B4-BE49-F238E27FC236}">
                  <a16:creationId xmlns:a16="http://schemas.microsoft.com/office/drawing/2014/main" id="{C710122E-DD96-4794-A7E0-04B497DA5D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6" name="Freeform 9">
              <a:extLst>
                <a:ext uri="{FF2B5EF4-FFF2-40B4-BE49-F238E27FC236}">
                  <a16:creationId xmlns:a16="http://schemas.microsoft.com/office/drawing/2014/main" id="{4F4CBCBE-E77B-4F77-A0FC-8E53E82227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37" name="Freeform 10">
              <a:extLst>
                <a:ext uri="{FF2B5EF4-FFF2-40B4-BE49-F238E27FC236}">
                  <a16:creationId xmlns:a16="http://schemas.microsoft.com/office/drawing/2014/main" id="{3AADEE32-46BC-4B55-9FB4-EC09FF4B70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38" name="Freeform 11">
              <a:extLst>
                <a:ext uri="{FF2B5EF4-FFF2-40B4-BE49-F238E27FC236}">
                  <a16:creationId xmlns:a16="http://schemas.microsoft.com/office/drawing/2014/main" id="{49C2E1A9-8937-452C-B9FC-E735928819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39" name="Freeform 12">
              <a:extLst>
                <a:ext uri="{FF2B5EF4-FFF2-40B4-BE49-F238E27FC236}">
                  <a16:creationId xmlns:a16="http://schemas.microsoft.com/office/drawing/2014/main" id="{52F0D79A-B92A-42F1-9DC4-3768BB84C7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0" name="Freeform 13">
              <a:extLst>
                <a:ext uri="{FF2B5EF4-FFF2-40B4-BE49-F238E27FC236}">
                  <a16:creationId xmlns:a16="http://schemas.microsoft.com/office/drawing/2014/main" id="{DF9A7FE6-2AA9-4245-A3FD-2B1E9B419E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1" name="Freeform 14">
              <a:extLst>
                <a:ext uri="{FF2B5EF4-FFF2-40B4-BE49-F238E27FC236}">
                  <a16:creationId xmlns:a16="http://schemas.microsoft.com/office/drawing/2014/main" id="{5DBCDEBC-5990-40B3-B01F-0901475F58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2" name="Freeform 15">
              <a:extLst>
                <a:ext uri="{FF2B5EF4-FFF2-40B4-BE49-F238E27FC236}">
                  <a16:creationId xmlns:a16="http://schemas.microsoft.com/office/drawing/2014/main" id="{4F679A7F-49B5-4FB8-8861-39C0B1A780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3" name="Freeform 16">
              <a:extLst>
                <a:ext uri="{FF2B5EF4-FFF2-40B4-BE49-F238E27FC236}">
                  <a16:creationId xmlns:a16="http://schemas.microsoft.com/office/drawing/2014/main" id="{25A941BD-9824-47D0-835E-824412568C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4" name="Freeform 17">
              <a:extLst>
                <a:ext uri="{FF2B5EF4-FFF2-40B4-BE49-F238E27FC236}">
                  <a16:creationId xmlns:a16="http://schemas.microsoft.com/office/drawing/2014/main" id="{9788DF14-5749-40F7-9AFC-400AB2F61D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5" name="Freeform 18">
              <a:extLst>
                <a:ext uri="{FF2B5EF4-FFF2-40B4-BE49-F238E27FC236}">
                  <a16:creationId xmlns:a16="http://schemas.microsoft.com/office/drawing/2014/main" id="{E1032387-9F5C-4637-A5BC-43C8FDFF3A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6" name="Freeform 19">
              <a:extLst>
                <a:ext uri="{FF2B5EF4-FFF2-40B4-BE49-F238E27FC236}">
                  <a16:creationId xmlns:a16="http://schemas.microsoft.com/office/drawing/2014/main" id="{E0AE6232-915A-4EDB-BC6C-546E772D2A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7" name="Freeform 20">
              <a:extLst>
                <a:ext uri="{FF2B5EF4-FFF2-40B4-BE49-F238E27FC236}">
                  <a16:creationId xmlns:a16="http://schemas.microsoft.com/office/drawing/2014/main" id="{4B47A13E-CFFB-493F-8C53-266B8A9D14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8" name="Freeform 21">
              <a:extLst>
                <a:ext uri="{FF2B5EF4-FFF2-40B4-BE49-F238E27FC236}">
                  <a16:creationId xmlns:a16="http://schemas.microsoft.com/office/drawing/2014/main" id="{CFD722CE-8752-4A08-B23F-764AB47DDA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9" name="Freeform 22">
              <a:extLst>
                <a:ext uri="{FF2B5EF4-FFF2-40B4-BE49-F238E27FC236}">
                  <a16:creationId xmlns:a16="http://schemas.microsoft.com/office/drawing/2014/main" id="{042C13BD-E9AE-4C85-B32E-8913F9B270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0" name="Freeform 23">
              <a:extLst>
                <a:ext uri="{FF2B5EF4-FFF2-40B4-BE49-F238E27FC236}">
                  <a16:creationId xmlns:a16="http://schemas.microsoft.com/office/drawing/2014/main" id="{4598BDC2-ABB1-475A-89A7-29713D01C8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1" name="Freeform 24">
              <a:extLst>
                <a:ext uri="{FF2B5EF4-FFF2-40B4-BE49-F238E27FC236}">
                  <a16:creationId xmlns:a16="http://schemas.microsoft.com/office/drawing/2014/main" id="{2B080B8C-F78B-4171-A1BC-CA5BE0F569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2" name="Freeform 25">
              <a:extLst>
                <a:ext uri="{FF2B5EF4-FFF2-40B4-BE49-F238E27FC236}">
                  <a16:creationId xmlns:a16="http://schemas.microsoft.com/office/drawing/2014/main" id="{71741891-D8A9-46B8-B264-5459DCF9E2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3" name="Freeform 26">
              <a:extLst>
                <a:ext uri="{FF2B5EF4-FFF2-40B4-BE49-F238E27FC236}">
                  <a16:creationId xmlns:a16="http://schemas.microsoft.com/office/drawing/2014/main" id="{A109E82B-1D08-4B6E-9B6C-FE2EC6D533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4" name="Freeform 27">
              <a:extLst>
                <a:ext uri="{FF2B5EF4-FFF2-40B4-BE49-F238E27FC236}">
                  <a16:creationId xmlns:a16="http://schemas.microsoft.com/office/drawing/2014/main" id="{F35E73B8-CFFA-479A-9DE0-5300299D27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5" name="Freeform 28">
              <a:extLst>
                <a:ext uri="{FF2B5EF4-FFF2-40B4-BE49-F238E27FC236}">
                  <a16:creationId xmlns:a16="http://schemas.microsoft.com/office/drawing/2014/main" id="{B0B910CE-9CED-4630-9203-347D1B6D12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6" name="Freeform 29">
              <a:extLst>
                <a:ext uri="{FF2B5EF4-FFF2-40B4-BE49-F238E27FC236}">
                  <a16:creationId xmlns:a16="http://schemas.microsoft.com/office/drawing/2014/main" id="{D06A4D8D-E038-4ED6-9E80-4E91BA84A5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7" name="Freeform 30">
              <a:extLst>
                <a:ext uri="{FF2B5EF4-FFF2-40B4-BE49-F238E27FC236}">
                  <a16:creationId xmlns:a16="http://schemas.microsoft.com/office/drawing/2014/main" id="{5EC8C817-4C9E-45E8-B74C-729F1C3FB0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8" name="Freeform 31">
              <a:extLst>
                <a:ext uri="{FF2B5EF4-FFF2-40B4-BE49-F238E27FC236}">
                  <a16:creationId xmlns:a16="http://schemas.microsoft.com/office/drawing/2014/main" id="{226556E8-E6A7-4D81-9C6C-A69A8B611B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9" name="Freeform 32">
              <a:extLst>
                <a:ext uri="{FF2B5EF4-FFF2-40B4-BE49-F238E27FC236}">
                  <a16:creationId xmlns:a16="http://schemas.microsoft.com/office/drawing/2014/main" id="{BF75F646-19BF-4436-97C0-BE3EBEEF94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60" name="Rectangle 33">
              <a:extLst>
                <a:ext uri="{FF2B5EF4-FFF2-40B4-BE49-F238E27FC236}">
                  <a16:creationId xmlns:a16="http://schemas.microsoft.com/office/drawing/2014/main" id="{222B076E-642A-4E93-8143-3A8D889753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1" name="Freeform 34">
              <a:extLst>
                <a:ext uri="{FF2B5EF4-FFF2-40B4-BE49-F238E27FC236}">
                  <a16:creationId xmlns:a16="http://schemas.microsoft.com/office/drawing/2014/main" id="{569DC54F-1DCD-40F9-B756-A79C3170C2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62" name="Freeform 35">
              <a:extLst>
                <a:ext uri="{FF2B5EF4-FFF2-40B4-BE49-F238E27FC236}">
                  <a16:creationId xmlns:a16="http://schemas.microsoft.com/office/drawing/2014/main" id="{D6F49EF9-430E-4A1B-9A18-6C247E71E6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63" name="Freeform 36">
              <a:extLst>
                <a:ext uri="{FF2B5EF4-FFF2-40B4-BE49-F238E27FC236}">
                  <a16:creationId xmlns:a16="http://schemas.microsoft.com/office/drawing/2014/main" id="{C94C2930-C094-4CF9-8449-60C7BAE989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64" name="Freeform 37">
              <a:extLst>
                <a:ext uri="{FF2B5EF4-FFF2-40B4-BE49-F238E27FC236}">
                  <a16:creationId xmlns:a16="http://schemas.microsoft.com/office/drawing/2014/main" id="{B4FF864C-97F2-40BD-95D1-E47527BCB2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65" name="Freeform 38">
              <a:extLst>
                <a:ext uri="{FF2B5EF4-FFF2-40B4-BE49-F238E27FC236}">
                  <a16:creationId xmlns:a16="http://schemas.microsoft.com/office/drawing/2014/main" id="{E8804833-F6BB-4F88-BA24-F59429C710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66" name="Freeform 39">
              <a:extLst>
                <a:ext uri="{FF2B5EF4-FFF2-40B4-BE49-F238E27FC236}">
                  <a16:creationId xmlns:a16="http://schemas.microsoft.com/office/drawing/2014/main" id="{29A4A3B0-4E15-432A-92DB-7B9E576010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67" name="Freeform 40">
              <a:extLst>
                <a:ext uri="{FF2B5EF4-FFF2-40B4-BE49-F238E27FC236}">
                  <a16:creationId xmlns:a16="http://schemas.microsoft.com/office/drawing/2014/main" id="{3CAB34B1-2BFA-44A9-AC3E-D300B30B75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68" name="Freeform 41">
              <a:extLst>
                <a:ext uri="{FF2B5EF4-FFF2-40B4-BE49-F238E27FC236}">
                  <a16:creationId xmlns:a16="http://schemas.microsoft.com/office/drawing/2014/main" id="{F92527C9-EADB-4C47-BA6A-E70AC9FEC6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69" name="Freeform 42">
              <a:extLst>
                <a:ext uri="{FF2B5EF4-FFF2-40B4-BE49-F238E27FC236}">
                  <a16:creationId xmlns:a16="http://schemas.microsoft.com/office/drawing/2014/main" id="{B9808241-C113-44CB-810B-CCBA189552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0" name="Freeform 43">
              <a:extLst>
                <a:ext uri="{FF2B5EF4-FFF2-40B4-BE49-F238E27FC236}">
                  <a16:creationId xmlns:a16="http://schemas.microsoft.com/office/drawing/2014/main" id="{67AEC938-B302-4DA0-9A63-39F2BC34A7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1" name="Freeform 44">
              <a:extLst>
                <a:ext uri="{FF2B5EF4-FFF2-40B4-BE49-F238E27FC236}">
                  <a16:creationId xmlns:a16="http://schemas.microsoft.com/office/drawing/2014/main" id="{4A1D4FCF-06B8-4AD3-A750-2B6C298C2E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2" name="Rectangle 45">
              <a:extLst>
                <a:ext uri="{FF2B5EF4-FFF2-40B4-BE49-F238E27FC236}">
                  <a16:creationId xmlns:a16="http://schemas.microsoft.com/office/drawing/2014/main" id="{B99F5A7E-1A7F-43C2-AC7A-A1B877D0AD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73" name="Freeform 46">
              <a:extLst>
                <a:ext uri="{FF2B5EF4-FFF2-40B4-BE49-F238E27FC236}">
                  <a16:creationId xmlns:a16="http://schemas.microsoft.com/office/drawing/2014/main" id="{5B2DDAA2-7B26-47EF-B7D6-B00B653B36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4" name="Freeform 47">
              <a:extLst>
                <a:ext uri="{FF2B5EF4-FFF2-40B4-BE49-F238E27FC236}">
                  <a16:creationId xmlns:a16="http://schemas.microsoft.com/office/drawing/2014/main" id="{7050BAA0-A0C9-4670-B76F-CC87679BC8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5" name="Freeform 48">
              <a:extLst>
                <a:ext uri="{FF2B5EF4-FFF2-40B4-BE49-F238E27FC236}">
                  <a16:creationId xmlns:a16="http://schemas.microsoft.com/office/drawing/2014/main" id="{296F765D-D9A6-4D73-88D8-0DCC5012BF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6" name="Freeform 49">
              <a:extLst>
                <a:ext uri="{FF2B5EF4-FFF2-40B4-BE49-F238E27FC236}">
                  <a16:creationId xmlns:a16="http://schemas.microsoft.com/office/drawing/2014/main" id="{30C0F78F-AC50-4DFA-B5A8-A68422EC0B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7" name="Freeform 50">
              <a:extLst>
                <a:ext uri="{FF2B5EF4-FFF2-40B4-BE49-F238E27FC236}">
                  <a16:creationId xmlns:a16="http://schemas.microsoft.com/office/drawing/2014/main" id="{E8AD708C-6C0A-458D-A623-7669B91786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8" name="Freeform 51">
              <a:extLst>
                <a:ext uri="{FF2B5EF4-FFF2-40B4-BE49-F238E27FC236}">
                  <a16:creationId xmlns:a16="http://schemas.microsoft.com/office/drawing/2014/main" id="{2F29497E-2528-4481-99BB-8336C16E41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9" name="Freeform 52">
              <a:extLst>
                <a:ext uri="{FF2B5EF4-FFF2-40B4-BE49-F238E27FC236}">
                  <a16:creationId xmlns:a16="http://schemas.microsoft.com/office/drawing/2014/main" id="{30DD109A-0A1F-4554-A865-B1062C525D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0" name="Freeform 53">
              <a:extLst>
                <a:ext uri="{FF2B5EF4-FFF2-40B4-BE49-F238E27FC236}">
                  <a16:creationId xmlns:a16="http://schemas.microsoft.com/office/drawing/2014/main" id="{39A1957F-65F0-4D6E-9F75-09614FFAC4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1" name="Freeform 54">
              <a:extLst>
                <a:ext uri="{FF2B5EF4-FFF2-40B4-BE49-F238E27FC236}">
                  <a16:creationId xmlns:a16="http://schemas.microsoft.com/office/drawing/2014/main" id="{B4F4BB93-11B2-400C-9549-C7FB7BF711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2" name="Freeform 55">
              <a:extLst>
                <a:ext uri="{FF2B5EF4-FFF2-40B4-BE49-F238E27FC236}">
                  <a16:creationId xmlns:a16="http://schemas.microsoft.com/office/drawing/2014/main" id="{04B086A3-C06F-4862-A8A0-DB01FF3DDE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3" name="Freeform 56">
              <a:extLst>
                <a:ext uri="{FF2B5EF4-FFF2-40B4-BE49-F238E27FC236}">
                  <a16:creationId xmlns:a16="http://schemas.microsoft.com/office/drawing/2014/main" id="{9202F0E1-86CF-4652-AA29-E284146476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4" name="Freeform 57">
              <a:extLst>
                <a:ext uri="{FF2B5EF4-FFF2-40B4-BE49-F238E27FC236}">
                  <a16:creationId xmlns:a16="http://schemas.microsoft.com/office/drawing/2014/main" id="{8887D0AB-0624-47E1-906E-6686FA7DEB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5" name="Freeform 58">
              <a:extLst>
                <a:ext uri="{FF2B5EF4-FFF2-40B4-BE49-F238E27FC236}">
                  <a16:creationId xmlns:a16="http://schemas.microsoft.com/office/drawing/2014/main" id="{F54439EF-914B-4744-A1D7-FBD89813CB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grpSp>
        <p:nvGrpSpPr>
          <p:cNvPr id="4106" name="Group 186">
            <a:extLst>
              <a:ext uri="{FF2B5EF4-FFF2-40B4-BE49-F238E27FC236}">
                <a16:creationId xmlns:a16="http://schemas.microsoft.com/office/drawing/2014/main" id="{AC7171C6-EA46-47D6-AAE3-DD4CA0393C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1"/>
            <a:ext cx="12192003" cy="6858001"/>
            <a:chOff x="0" y="-1"/>
            <a:chExt cx="12192003" cy="6858001"/>
          </a:xfrm>
        </p:grpSpPr>
        <p:sp useBgFill="1">
          <p:nvSpPr>
            <p:cNvPr id="188" name="Rectangle 187">
              <a:extLst>
                <a:ext uri="{FF2B5EF4-FFF2-40B4-BE49-F238E27FC236}">
                  <a16:creationId xmlns:a16="http://schemas.microsoft.com/office/drawing/2014/main" id="{56099417-50E6-4D31-B3BC-8ECCF737FE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" y="-1"/>
              <a:ext cx="121920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89" name="Picture 2">
              <a:extLst>
                <a:ext uri="{FF2B5EF4-FFF2-40B4-BE49-F238E27FC236}">
                  <a16:creationId xmlns:a16="http://schemas.microsoft.com/office/drawing/2014/main" id="{5641C704-94B4-4083-8565-C79289F6FE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 noChangeArrowheads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3">
              <a:alphaModFix amt="30000"/>
              <a:duotone>
                <a:prstClr val="black"/>
                <a:schemeClr val="tx2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-1"/>
              <a:ext cx="12192003" cy="685800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6B166F45-B532-47B5-BA6D-5899DB5CD9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14894" y="1122363"/>
            <a:ext cx="3156229" cy="290830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Cientista de dados, </a:t>
            </a:r>
            <a:r>
              <a:rPr lang="en-US" sz="48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esse</a:t>
            </a:r>
            <a:r>
              <a:rPr lang="en-US" sz="4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é o </a:t>
            </a:r>
            <a:r>
              <a:rPr lang="en-US" sz="48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cara</a:t>
            </a:r>
            <a:r>
              <a:rPr lang="en-US" sz="4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!</a:t>
            </a: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F6406909-8450-48C0-B4B2-DCA8D019F0A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2" b="18"/>
          <a:stretch/>
        </p:blipFill>
        <p:spPr bwMode="auto">
          <a:xfrm>
            <a:off x="-5597" y="10"/>
            <a:ext cx="7558541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47" name="Group 246">
            <a:extLst>
              <a:ext uri="{FF2B5EF4-FFF2-40B4-BE49-F238E27FC236}">
                <a16:creationId xmlns:a16="http://schemas.microsoft.com/office/drawing/2014/main" id="{D0D26923-EE65-4E57-B679-61B80FBCAA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364912" y="0"/>
            <a:ext cx="674688" cy="6848476"/>
            <a:chOff x="11364912" y="0"/>
            <a:chExt cx="674688" cy="6848476"/>
          </a:xfrm>
          <a:gradFill flip="none" rotWithShape="1">
            <a:gsLst>
              <a:gs pos="0">
                <a:schemeClr val="tx2">
                  <a:alpha val="80000"/>
                </a:schemeClr>
              </a:gs>
              <a:gs pos="100000">
                <a:schemeClr val="bg2">
                  <a:lumMod val="60000"/>
                  <a:lumOff val="40000"/>
                  <a:alpha val="60000"/>
                </a:schemeClr>
              </a:gs>
            </a:gsLst>
            <a:lin ang="5400000" scaled="0"/>
            <a:tileRect/>
          </a:gradFill>
        </p:grpSpPr>
        <p:sp>
          <p:nvSpPr>
            <p:cNvPr id="248" name="Freeform 32">
              <a:extLst>
                <a:ext uri="{FF2B5EF4-FFF2-40B4-BE49-F238E27FC236}">
                  <a16:creationId xmlns:a16="http://schemas.microsoft.com/office/drawing/2014/main" id="{CCFEB195-EB36-44FF-8797-E3560DB15A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83975" y="0"/>
              <a:ext cx="417513" cy="512763"/>
            </a:xfrm>
            <a:custGeom>
              <a:avLst/>
              <a:gdLst/>
              <a:ahLst/>
              <a:cxnLst/>
              <a:rect l="0" t="0" r="r" b="b"/>
              <a:pathLst>
                <a:path w="263" h="323">
                  <a:moveTo>
                    <a:pt x="12" y="323"/>
                  </a:moveTo>
                  <a:lnTo>
                    <a:pt x="0" y="314"/>
                  </a:lnTo>
                  <a:lnTo>
                    <a:pt x="203" y="108"/>
                  </a:lnTo>
                  <a:lnTo>
                    <a:pt x="248" y="0"/>
                  </a:lnTo>
                  <a:lnTo>
                    <a:pt x="263" y="6"/>
                  </a:lnTo>
                  <a:lnTo>
                    <a:pt x="218" y="117"/>
                  </a:lnTo>
                  <a:lnTo>
                    <a:pt x="218" y="117"/>
                  </a:lnTo>
                  <a:lnTo>
                    <a:pt x="12" y="32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9" name="Freeform 33">
              <a:extLst>
                <a:ext uri="{FF2B5EF4-FFF2-40B4-BE49-F238E27FC236}">
                  <a16:creationId xmlns:a16="http://schemas.microsoft.com/office/drawing/2014/main" id="{F9DFB3B4-CAB4-464D-B98E-B1D631F83B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364912" y="474663"/>
              <a:ext cx="157163" cy="152400"/>
            </a:xfrm>
            <a:custGeom>
              <a:avLst/>
              <a:gdLst/>
              <a:ahLst/>
              <a:cxnLst/>
              <a:rect l="0" t="0" r="r" b="b"/>
              <a:pathLst>
                <a:path w="33" h="32">
                  <a:moveTo>
                    <a:pt x="17" y="32"/>
                  </a:moveTo>
                  <a:cubicBezTo>
                    <a:pt x="13" y="32"/>
                    <a:pt x="9" y="30"/>
                    <a:pt x="6" y="27"/>
                  </a:cubicBezTo>
                  <a:cubicBezTo>
                    <a:pt x="0" y="21"/>
                    <a:pt x="0" y="11"/>
                    <a:pt x="6" y="5"/>
                  </a:cubicBezTo>
                  <a:cubicBezTo>
                    <a:pt x="9" y="2"/>
                    <a:pt x="13" y="0"/>
                    <a:pt x="17" y="0"/>
                  </a:cubicBezTo>
                  <a:cubicBezTo>
                    <a:pt x="21" y="0"/>
                    <a:pt x="25" y="2"/>
                    <a:pt x="28" y="5"/>
                  </a:cubicBezTo>
                  <a:cubicBezTo>
                    <a:pt x="31" y="8"/>
                    <a:pt x="33" y="12"/>
                    <a:pt x="33" y="16"/>
                  </a:cubicBezTo>
                  <a:cubicBezTo>
                    <a:pt x="33" y="20"/>
                    <a:pt x="31" y="24"/>
                    <a:pt x="28" y="27"/>
                  </a:cubicBezTo>
                  <a:cubicBezTo>
                    <a:pt x="25" y="30"/>
                    <a:pt x="21" y="32"/>
                    <a:pt x="17" y="32"/>
                  </a:cubicBezTo>
                  <a:close/>
                  <a:moveTo>
                    <a:pt x="17" y="4"/>
                  </a:moveTo>
                  <a:cubicBezTo>
                    <a:pt x="14" y="4"/>
                    <a:pt x="11" y="6"/>
                    <a:pt x="9" y="8"/>
                  </a:cubicBezTo>
                  <a:cubicBezTo>
                    <a:pt x="4" y="12"/>
                    <a:pt x="4" y="20"/>
                    <a:pt x="9" y="24"/>
                  </a:cubicBezTo>
                  <a:cubicBezTo>
                    <a:pt x="11" y="27"/>
                    <a:pt x="14" y="28"/>
                    <a:pt x="17" y="28"/>
                  </a:cubicBezTo>
                  <a:cubicBezTo>
                    <a:pt x="20" y="28"/>
                    <a:pt x="23" y="27"/>
                    <a:pt x="26" y="24"/>
                  </a:cubicBezTo>
                  <a:cubicBezTo>
                    <a:pt x="30" y="20"/>
                    <a:pt x="30" y="12"/>
                    <a:pt x="26" y="8"/>
                  </a:cubicBezTo>
                  <a:cubicBezTo>
                    <a:pt x="23" y="6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0" name="Freeform 34">
              <a:extLst>
                <a:ext uri="{FF2B5EF4-FFF2-40B4-BE49-F238E27FC236}">
                  <a16:creationId xmlns:a16="http://schemas.microsoft.com/office/drawing/2014/main" id="{AF9C413E-250B-480A-95EF-7530544E1B4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631612" y="1539875"/>
              <a:ext cx="188913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1" name="Freeform 35">
              <a:extLst>
                <a:ext uri="{FF2B5EF4-FFF2-40B4-BE49-F238E27FC236}">
                  <a16:creationId xmlns:a16="http://schemas.microsoft.com/office/drawing/2014/main" id="{835624A6-4E96-4687-BA1D-79877D44D0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531600" y="5694363"/>
              <a:ext cx="298450" cy="1154113"/>
            </a:xfrm>
            <a:custGeom>
              <a:avLst/>
              <a:gdLst/>
              <a:ahLst/>
              <a:cxnLst/>
              <a:rect l="0" t="0" r="r" b="b"/>
              <a:pathLst>
                <a:path w="188" h="727">
                  <a:moveTo>
                    <a:pt x="15" y="727"/>
                  </a:moveTo>
                  <a:lnTo>
                    <a:pt x="0" y="727"/>
                  </a:lnTo>
                  <a:lnTo>
                    <a:pt x="0" y="407"/>
                  </a:lnTo>
                  <a:lnTo>
                    <a:pt x="0" y="407"/>
                  </a:lnTo>
                  <a:lnTo>
                    <a:pt x="176" y="0"/>
                  </a:lnTo>
                  <a:lnTo>
                    <a:pt x="188" y="6"/>
                  </a:lnTo>
                  <a:lnTo>
                    <a:pt x="15" y="410"/>
                  </a:lnTo>
                  <a:lnTo>
                    <a:pt x="15" y="72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2" name="Freeform 36">
              <a:extLst>
                <a:ext uri="{FF2B5EF4-FFF2-40B4-BE49-F238E27FC236}">
                  <a16:creationId xmlns:a16="http://schemas.microsoft.com/office/drawing/2014/main" id="{9FDC4B4C-B72D-4BF9-802F-8936D2BA3F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772900" y="5551488"/>
              <a:ext cx="157163" cy="155575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5"/>
                    <a:pt x="0" y="16"/>
                  </a:cubicBezTo>
                  <a:cubicBezTo>
                    <a:pt x="0" y="7"/>
                    <a:pt x="8" y="0"/>
                    <a:pt x="17" y="0"/>
                  </a:cubicBezTo>
                  <a:cubicBezTo>
                    <a:pt x="26" y="0"/>
                    <a:pt x="33" y="7"/>
                    <a:pt x="33" y="16"/>
                  </a:cubicBezTo>
                  <a:cubicBezTo>
                    <a:pt x="33" y="25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9"/>
                    <a:pt x="4" y="16"/>
                  </a:cubicBezTo>
                  <a:cubicBezTo>
                    <a:pt x="4" y="23"/>
                    <a:pt x="10" y="29"/>
                    <a:pt x="17" y="29"/>
                  </a:cubicBezTo>
                  <a:cubicBezTo>
                    <a:pt x="23" y="29"/>
                    <a:pt x="29" y="23"/>
                    <a:pt x="29" y="16"/>
                  </a:cubicBezTo>
                  <a:cubicBezTo>
                    <a:pt x="29" y="9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3" name="Freeform 37">
              <a:extLst>
                <a:ext uri="{FF2B5EF4-FFF2-40B4-BE49-F238E27FC236}">
                  <a16:creationId xmlns:a16="http://schemas.microsoft.com/office/drawing/2014/main" id="{EA39328B-6796-4B68-AC37-D15A58FD2A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710987" y="4763"/>
              <a:ext cx="304800" cy="1544638"/>
            </a:xfrm>
            <a:custGeom>
              <a:avLst/>
              <a:gdLst/>
              <a:ahLst/>
              <a:cxnLst/>
              <a:rect l="0" t="0" r="r" b="b"/>
              <a:pathLst>
                <a:path w="192" h="973">
                  <a:moveTo>
                    <a:pt x="15" y="973"/>
                  </a:moveTo>
                  <a:lnTo>
                    <a:pt x="0" y="973"/>
                  </a:lnTo>
                  <a:lnTo>
                    <a:pt x="0" y="790"/>
                  </a:lnTo>
                  <a:lnTo>
                    <a:pt x="174" y="614"/>
                  </a:lnTo>
                  <a:lnTo>
                    <a:pt x="174" y="0"/>
                  </a:lnTo>
                  <a:lnTo>
                    <a:pt x="192" y="0"/>
                  </a:lnTo>
                  <a:lnTo>
                    <a:pt x="192" y="620"/>
                  </a:lnTo>
                  <a:lnTo>
                    <a:pt x="15" y="796"/>
                  </a:lnTo>
                  <a:lnTo>
                    <a:pt x="15" y="9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4" name="Freeform 38">
              <a:extLst>
                <a:ext uri="{FF2B5EF4-FFF2-40B4-BE49-F238E27FC236}">
                  <a16:creationId xmlns:a16="http://schemas.microsoft.com/office/drawing/2014/main" id="{E183C829-3FB7-4A3A-BA25-4808539953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636375" y="4867275"/>
              <a:ext cx="188913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5" name="Freeform 39">
              <a:extLst>
                <a:ext uri="{FF2B5EF4-FFF2-40B4-BE49-F238E27FC236}">
                  <a16:creationId xmlns:a16="http://schemas.microsoft.com/office/drawing/2014/main" id="{3432DC05-0F64-445E-9A04-28F38C3181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41112" y="5046663"/>
              <a:ext cx="307975" cy="1801813"/>
            </a:xfrm>
            <a:custGeom>
              <a:avLst/>
              <a:gdLst/>
              <a:ahLst/>
              <a:cxnLst/>
              <a:rect l="0" t="0" r="r" b="b"/>
              <a:pathLst>
                <a:path w="194" h="1135">
                  <a:moveTo>
                    <a:pt x="18" y="1135"/>
                  </a:moveTo>
                  <a:lnTo>
                    <a:pt x="0" y="1135"/>
                  </a:lnTo>
                  <a:lnTo>
                    <a:pt x="0" y="354"/>
                  </a:lnTo>
                  <a:lnTo>
                    <a:pt x="176" y="177"/>
                  </a:lnTo>
                  <a:lnTo>
                    <a:pt x="176" y="0"/>
                  </a:lnTo>
                  <a:lnTo>
                    <a:pt x="194" y="0"/>
                  </a:lnTo>
                  <a:lnTo>
                    <a:pt x="194" y="183"/>
                  </a:lnTo>
                  <a:lnTo>
                    <a:pt x="18" y="360"/>
                  </a:lnTo>
                  <a:lnTo>
                    <a:pt x="18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6" name="Freeform 40">
              <a:extLst>
                <a:ext uri="{FF2B5EF4-FFF2-40B4-BE49-F238E27FC236}">
                  <a16:creationId xmlns:a16="http://schemas.microsoft.com/office/drawing/2014/main" id="{84B73A47-61BF-41AA-88B2-8E886FE767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849100" y="64166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7" name="Rectangle 41">
              <a:extLst>
                <a:ext uri="{FF2B5EF4-FFF2-40B4-BE49-F238E27FC236}">
                  <a16:creationId xmlns:a16="http://schemas.microsoft.com/office/drawing/2014/main" id="{1598D14B-84D4-4984-9F52-076847DF34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939587" y="6596063"/>
              <a:ext cx="23813" cy="2524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</p:grpSp>
    </p:spTree>
    <p:extLst>
      <p:ext uri="{BB962C8B-B14F-4D97-AF65-F5344CB8AC3E}">
        <p14:creationId xmlns:p14="http://schemas.microsoft.com/office/powerpoint/2010/main" val="204697357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>
            <a:extLst>
              <a:ext uri="{FF2B5EF4-FFF2-40B4-BE49-F238E27FC236}">
                <a16:creationId xmlns:a16="http://schemas.microsoft.com/office/drawing/2014/main" id="{D0C2B8E5-BCA3-4012-BAFE-C0D4528AA4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4352" y="491986"/>
            <a:ext cx="10166074" cy="57184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2495030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8000"/>
                <a:hueMod val="94000"/>
                <a:satMod val="148000"/>
                <a:lumMod val="150000"/>
              </a:schemeClr>
            </a:gs>
            <a:gs pos="100000">
              <a:schemeClr val="bg1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>
            <a:extLst>
              <a:ext uri="{FF2B5EF4-FFF2-40B4-BE49-F238E27FC236}">
                <a16:creationId xmlns:a16="http://schemas.microsoft.com/office/drawing/2014/main" id="{9ACD3AF8-B16E-4174-8C1A-41F683C4AF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FF5EAD09-B81D-415F-8BCF-73C81AE05F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0" name="Rectangle 5">
              <a:extLst>
                <a:ext uri="{FF2B5EF4-FFF2-40B4-BE49-F238E27FC236}">
                  <a16:creationId xmlns:a16="http://schemas.microsoft.com/office/drawing/2014/main" id="{CFB79010-8ED4-49EF-AFD2-F4D8C80B69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4649B869-006E-42B5-9DDC-21049B130E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2" name="Freeform 7">
              <a:extLst>
                <a:ext uri="{FF2B5EF4-FFF2-40B4-BE49-F238E27FC236}">
                  <a16:creationId xmlns:a16="http://schemas.microsoft.com/office/drawing/2014/main" id="{443096BD-333F-48B6-8220-D1F9793E40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3" name="Rectangle 8">
              <a:extLst>
                <a:ext uri="{FF2B5EF4-FFF2-40B4-BE49-F238E27FC236}">
                  <a16:creationId xmlns:a16="http://schemas.microsoft.com/office/drawing/2014/main" id="{1A45BB9A-7E84-4B9B-923A-270A97F852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4" name="Freeform 9">
              <a:extLst>
                <a:ext uri="{FF2B5EF4-FFF2-40B4-BE49-F238E27FC236}">
                  <a16:creationId xmlns:a16="http://schemas.microsoft.com/office/drawing/2014/main" id="{D7D7C768-2F76-4DE2-A807-1B9FFF816C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Freeform 10">
              <a:extLst>
                <a:ext uri="{FF2B5EF4-FFF2-40B4-BE49-F238E27FC236}">
                  <a16:creationId xmlns:a16="http://schemas.microsoft.com/office/drawing/2014/main" id="{1870B32E-EE42-470E-B543-CA55AEC8CA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6" name="Freeform 11">
              <a:extLst>
                <a:ext uri="{FF2B5EF4-FFF2-40B4-BE49-F238E27FC236}">
                  <a16:creationId xmlns:a16="http://schemas.microsoft.com/office/drawing/2014/main" id="{EEF09120-11AA-4DB5-98A8-EC4923002C6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2">
              <a:extLst>
                <a:ext uri="{FF2B5EF4-FFF2-40B4-BE49-F238E27FC236}">
                  <a16:creationId xmlns:a16="http://schemas.microsoft.com/office/drawing/2014/main" id="{39CC463D-589C-461C-A234-0460EB06B8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3">
              <a:extLst>
                <a:ext uri="{FF2B5EF4-FFF2-40B4-BE49-F238E27FC236}">
                  <a16:creationId xmlns:a16="http://schemas.microsoft.com/office/drawing/2014/main" id="{B6516153-269A-421E-A021-CB3F3C5E1D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4">
              <a:extLst>
                <a:ext uri="{FF2B5EF4-FFF2-40B4-BE49-F238E27FC236}">
                  <a16:creationId xmlns:a16="http://schemas.microsoft.com/office/drawing/2014/main" id="{45E14300-6C4A-4F77-915F-F3B25B0237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5">
              <a:extLst>
                <a:ext uri="{FF2B5EF4-FFF2-40B4-BE49-F238E27FC236}">
                  <a16:creationId xmlns:a16="http://schemas.microsoft.com/office/drawing/2014/main" id="{993E312A-E6A6-4B52-ADE6-618ADC89BA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6">
              <a:extLst>
                <a:ext uri="{FF2B5EF4-FFF2-40B4-BE49-F238E27FC236}">
                  <a16:creationId xmlns:a16="http://schemas.microsoft.com/office/drawing/2014/main" id="{2F0F3026-2480-472B-8C52-36812C81EF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7">
              <a:extLst>
                <a:ext uri="{FF2B5EF4-FFF2-40B4-BE49-F238E27FC236}">
                  <a16:creationId xmlns:a16="http://schemas.microsoft.com/office/drawing/2014/main" id="{34E1C992-559D-4827-9F30-31A3CA7A2B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8">
              <a:extLst>
                <a:ext uri="{FF2B5EF4-FFF2-40B4-BE49-F238E27FC236}">
                  <a16:creationId xmlns:a16="http://schemas.microsoft.com/office/drawing/2014/main" id="{D9F2FB98-F443-498F-AAD9-6945825681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9">
              <a:extLst>
                <a:ext uri="{FF2B5EF4-FFF2-40B4-BE49-F238E27FC236}">
                  <a16:creationId xmlns:a16="http://schemas.microsoft.com/office/drawing/2014/main" id="{75DBF6EC-ED50-43E4-8A8B-64CE86A880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20">
              <a:extLst>
                <a:ext uri="{FF2B5EF4-FFF2-40B4-BE49-F238E27FC236}">
                  <a16:creationId xmlns:a16="http://schemas.microsoft.com/office/drawing/2014/main" id="{FD854F40-AC43-4F21-9C62-2CE35CFD2B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21">
              <a:extLst>
                <a:ext uri="{FF2B5EF4-FFF2-40B4-BE49-F238E27FC236}">
                  <a16:creationId xmlns:a16="http://schemas.microsoft.com/office/drawing/2014/main" id="{62CCB560-494A-4F74-9DE4-068806A893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2">
              <a:extLst>
                <a:ext uri="{FF2B5EF4-FFF2-40B4-BE49-F238E27FC236}">
                  <a16:creationId xmlns:a16="http://schemas.microsoft.com/office/drawing/2014/main" id="{6F9A05F2-B5D2-4D8A-9A78-14E45C13FE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3">
              <a:extLst>
                <a:ext uri="{FF2B5EF4-FFF2-40B4-BE49-F238E27FC236}">
                  <a16:creationId xmlns:a16="http://schemas.microsoft.com/office/drawing/2014/main" id="{A6373189-19BB-4BEC-84A3-432253E058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4">
              <a:extLst>
                <a:ext uri="{FF2B5EF4-FFF2-40B4-BE49-F238E27FC236}">
                  <a16:creationId xmlns:a16="http://schemas.microsoft.com/office/drawing/2014/main" id="{71AB3122-947A-44DB-B190-A2601C6C95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5">
              <a:extLst>
                <a:ext uri="{FF2B5EF4-FFF2-40B4-BE49-F238E27FC236}">
                  <a16:creationId xmlns:a16="http://schemas.microsoft.com/office/drawing/2014/main" id="{74B4109D-3AFC-4D44-87B1-0CDED3E638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6">
              <a:extLst>
                <a:ext uri="{FF2B5EF4-FFF2-40B4-BE49-F238E27FC236}">
                  <a16:creationId xmlns:a16="http://schemas.microsoft.com/office/drawing/2014/main" id="{44AAD39F-F7C9-4D00-95E0-0465B4E858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7">
              <a:extLst>
                <a:ext uri="{FF2B5EF4-FFF2-40B4-BE49-F238E27FC236}">
                  <a16:creationId xmlns:a16="http://schemas.microsoft.com/office/drawing/2014/main" id="{C1DCAB8D-6EF6-4A84-8D0C-AA9226DEC9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8">
              <a:extLst>
                <a:ext uri="{FF2B5EF4-FFF2-40B4-BE49-F238E27FC236}">
                  <a16:creationId xmlns:a16="http://schemas.microsoft.com/office/drawing/2014/main" id="{C407F97F-83CF-4703-B9E0-6335530E32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9">
              <a:extLst>
                <a:ext uri="{FF2B5EF4-FFF2-40B4-BE49-F238E27FC236}">
                  <a16:creationId xmlns:a16="http://schemas.microsoft.com/office/drawing/2014/main" id="{0D8D2363-5D84-4CFF-89AA-3C93C859DB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30">
              <a:extLst>
                <a:ext uri="{FF2B5EF4-FFF2-40B4-BE49-F238E27FC236}">
                  <a16:creationId xmlns:a16="http://schemas.microsoft.com/office/drawing/2014/main" id="{0435A35C-AC99-4E12-8CB0-9C640DAA94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31">
              <a:extLst>
                <a:ext uri="{FF2B5EF4-FFF2-40B4-BE49-F238E27FC236}">
                  <a16:creationId xmlns:a16="http://schemas.microsoft.com/office/drawing/2014/main" id="{F20392CF-2256-4527-836B-2E6F88596E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2">
              <a:extLst>
                <a:ext uri="{FF2B5EF4-FFF2-40B4-BE49-F238E27FC236}">
                  <a16:creationId xmlns:a16="http://schemas.microsoft.com/office/drawing/2014/main" id="{C52C3AD3-122C-4010-9C55-B0247F8CCAB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Rectangle 33">
              <a:extLst>
                <a:ext uri="{FF2B5EF4-FFF2-40B4-BE49-F238E27FC236}">
                  <a16:creationId xmlns:a16="http://schemas.microsoft.com/office/drawing/2014/main" id="{EFCB53ED-09C0-4AD7-9BBC-366833D5FE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39" name="Freeform 34">
              <a:extLst>
                <a:ext uri="{FF2B5EF4-FFF2-40B4-BE49-F238E27FC236}">
                  <a16:creationId xmlns:a16="http://schemas.microsoft.com/office/drawing/2014/main" id="{6F309F52-BFCF-47D9-8089-BC049540DB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Freeform 35">
              <a:extLst>
                <a:ext uri="{FF2B5EF4-FFF2-40B4-BE49-F238E27FC236}">
                  <a16:creationId xmlns:a16="http://schemas.microsoft.com/office/drawing/2014/main" id="{5F9AE85F-C7AA-4761-B468-2E100829BC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1" name="Freeform 36">
              <a:extLst>
                <a:ext uri="{FF2B5EF4-FFF2-40B4-BE49-F238E27FC236}">
                  <a16:creationId xmlns:a16="http://schemas.microsoft.com/office/drawing/2014/main" id="{2C81C778-91E5-4AE9-AACB-8566E7A28B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7">
              <a:extLst>
                <a:ext uri="{FF2B5EF4-FFF2-40B4-BE49-F238E27FC236}">
                  <a16:creationId xmlns:a16="http://schemas.microsoft.com/office/drawing/2014/main" id="{6C56E0B4-58A0-4B2B-BD56-54121BB8DB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8">
              <a:extLst>
                <a:ext uri="{FF2B5EF4-FFF2-40B4-BE49-F238E27FC236}">
                  <a16:creationId xmlns:a16="http://schemas.microsoft.com/office/drawing/2014/main" id="{88A29CFE-13A6-4509-946F-5C074F856E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9">
              <a:extLst>
                <a:ext uri="{FF2B5EF4-FFF2-40B4-BE49-F238E27FC236}">
                  <a16:creationId xmlns:a16="http://schemas.microsoft.com/office/drawing/2014/main" id="{00235A0A-018B-4499-AC16-AF83457BF4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40">
              <a:extLst>
                <a:ext uri="{FF2B5EF4-FFF2-40B4-BE49-F238E27FC236}">
                  <a16:creationId xmlns:a16="http://schemas.microsoft.com/office/drawing/2014/main" id="{861DF9B7-50DC-4EBE-8B23-97FE92DBBB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41">
              <a:extLst>
                <a:ext uri="{FF2B5EF4-FFF2-40B4-BE49-F238E27FC236}">
                  <a16:creationId xmlns:a16="http://schemas.microsoft.com/office/drawing/2014/main" id="{69673907-73D7-4729-A911-9BD078EC2E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2">
              <a:extLst>
                <a:ext uri="{FF2B5EF4-FFF2-40B4-BE49-F238E27FC236}">
                  <a16:creationId xmlns:a16="http://schemas.microsoft.com/office/drawing/2014/main" id="{4DC844D3-8053-4EE7-A286-50157B6FD8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3">
              <a:extLst>
                <a:ext uri="{FF2B5EF4-FFF2-40B4-BE49-F238E27FC236}">
                  <a16:creationId xmlns:a16="http://schemas.microsoft.com/office/drawing/2014/main" id="{D67575A0-A45A-4773-874C-16370E3670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4">
              <a:extLst>
                <a:ext uri="{FF2B5EF4-FFF2-40B4-BE49-F238E27FC236}">
                  <a16:creationId xmlns:a16="http://schemas.microsoft.com/office/drawing/2014/main" id="{4327252B-B62B-4DE0-A924-B7F6E40AD9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Rectangle 45">
              <a:extLst>
                <a:ext uri="{FF2B5EF4-FFF2-40B4-BE49-F238E27FC236}">
                  <a16:creationId xmlns:a16="http://schemas.microsoft.com/office/drawing/2014/main" id="{778BC6A7-AC19-497B-A7C6-E447B2EBDA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1" name="Freeform 46">
              <a:extLst>
                <a:ext uri="{FF2B5EF4-FFF2-40B4-BE49-F238E27FC236}">
                  <a16:creationId xmlns:a16="http://schemas.microsoft.com/office/drawing/2014/main" id="{4E79A87B-BF1F-437A-9FED-BE93025E50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Freeform 47">
              <a:extLst>
                <a:ext uri="{FF2B5EF4-FFF2-40B4-BE49-F238E27FC236}">
                  <a16:creationId xmlns:a16="http://schemas.microsoft.com/office/drawing/2014/main" id="{DFAAF3CC-B4E0-45C8-AC2D-EF0D6D823D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3" name="Freeform 48">
              <a:extLst>
                <a:ext uri="{FF2B5EF4-FFF2-40B4-BE49-F238E27FC236}">
                  <a16:creationId xmlns:a16="http://schemas.microsoft.com/office/drawing/2014/main" id="{A5A12C87-1E4A-4664-B2F4-A1C8B656F9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9">
              <a:extLst>
                <a:ext uri="{FF2B5EF4-FFF2-40B4-BE49-F238E27FC236}">
                  <a16:creationId xmlns:a16="http://schemas.microsoft.com/office/drawing/2014/main" id="{B3AF8230-4630-4505-ADDB-16A9B6B377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50">
              <a:extLst>
                <a:ext uri="{FF2B5EF4-FFF2-40B4-BE49-F238E27FC236}">
                  <a16:creationId xmlns:a16="http://schemas.microsoft.com/office/drawing/2014/main" id="{33F93F6D-724D-42F3-AF1D-3081EAB5D1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51">
              <a:extLst>
                <a:ext uri="{FF2B5EF4-FFF2-40B4-BE49-F238E27FC236}">
                  <a16:creationId xmlns:a16="http://schemas.microsoft.com/office/drawing/2014/main" id="{F5DD7A8F-FB67-4E79-80DB-0FAF3A0989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2">
              <a:extLst>
                <a:ext uri="{FF2B5EF4-FFF2-40B4-BE49-F238E27FC236}">
                  <a16:creationId xmlns:a16="http://schemas.microsoft.com/office/drawing/2014/main" id="{7B140A84-E89E-4A80-9DF8-7BCA45F908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3">
              <a:extLst>
                <a:ext uri="{FF2B5EF4-FFF2-40B4-BE49-F238E27FC236}">
                  <a16:creationId xmlns:a16="http://schemas.microsoft.com/office/drawing/2014/main" id="{279E1D6A-EFE2-44C6-A5BF-DFADF0DC91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4">
              <a:extLst>
                <a:ext uri="{FF2B5EF4-FFF2-40B4-BE49-F238E27FC236}">
                  <a16:creationId xmlns:a16="http://schemas.microsoft.com/office/drawing/2014/main" id="{C9FA2204-561F-4ABB-988C-03053820F1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5">
              <a:extLst>
                <a:ext uri="{FF2B5EF4-FFF2-40B4-BE49-F238E27FC236}">
                  <a16:creationId xmlns:a16="http://schemas.microsoft.com/office/drawing/2014/main" id="{8BD7D04E-AC0A-424F-BC40-28842DAFFA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6">
              <a:extLst>
                <a:ext uri="{FF2B5EF4-FFF2-40B4-BE49-F238E27FC236}">
                  <a16:creationId xmlns:a16="http://schemas.microsoft.com/office/drawing/2014/main" id="{32B616A2-FE09-47DD-B58C-12EE58B7CA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7">
              <a:extLst>
                <a:ext uri="{FF2B5EF4-FFF2-40B4-BE49-F238E27FC236}">
                  <a16:creationId xmlns:a16="http://schemas.microsoft.com/office/drawing/2014/main" id="{08C5EAF5-6064-484E-BA05-80D09D84EA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8">
              <a:extLst>
                <a:ext uri="{FF2B5EF4-FFF2-40B4-BE49-F238E27FC236}">
                  <a16:creationId xmlns:a16="http://schemas.microsoft.com/office/drawing/2014/main" id="{F11D90DF-D275-4725-884C-77E5E01D89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9BE10567-6165-46A7-867D-4690A16B46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1"/>
            <a:ext cx="12192003" cy="6858001"/>
            <a:chOff x="0" y="-1"/>
            <a:chExt cx="12192003" cy="6858001"/>
          </a:xfrm>
        </p:grpSpPr>
        <p:sp useBgFill="1">
          <p:nvSpPr>
            <p:cNvPr id="66" name="Rectangle 65">
              <a:extLst>
                <a:ext uri="{FF2B5EF4-FFF2-40B4-BE49-F238E27FC236}">
                  <a16:creationId xmlns:a16="http://schemas.microsoft.com/office/drawing/2014/main" id="{0F4DB1F4-429C-4C85-85D7-C4D81996D3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" y="-1"/>
              <a:ext cx="121920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67" name="Picture 2">
              <a:extLst>
                <a:ext uri="{FF2B5EF4-FFF2-40B4-BE49-F238E27FC236}">
                  <a16:creationId xmlns:a16="http://schemas.microsoft.com/office/drawing/2014/main" id="{159C0DA6-71D9-4C96-A774-7FADF5E0A4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 noChangeArrowheads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2">
              <a:alphaModFix amt="30000"/>
              <a:duotone>
                <a:prstClr val="black"/>
                <a:schemeClr val="tx2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-1"/>
              <a:ext cx="12192003" cy="685800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69" name="Round Diagonal Corner Rectangle 7">
            <a:extLst>
              <a:ext uri="{FF2B5EF4-FFF2-40B4-BE49-F238E27FC236}">
                <a16:creationId xmlns:a16="http://schemas.microsoft.com/office/drawing/2014/main" id="{4B24F6DB-F114-44A7-BB56-D401884E4E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582333" y="2235200"/>
            <a:ext cx="7027334" cy="2396067"/>
          </a:xfrm>
          <a:prstGeom prst="round2DiagRect">
            <a:avLst>
              <a:gd name="adj1" fmla="val 9246"/>
              <a:gd name="adj2" fmla="val 0"/>
            </a:avLst>
          </a:prstGeom>
          <a:solidFill>
            <a:srgbClr val="000000">
              <a:alpha val="80000"/>
            </a:srgbClr>
          </a:solidFill>
          <a:ln w="19050" cap="sq">
            <a:solidFill>
              <a:schemeClr val="tx2"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1" name="Group 70">
            <a:extLst>
              <a:ext uri="{FF2B5EF4-FFF2-40B4-BE49-F238E27FC236}">
                <a16:creationId xmlns:a16="http://schemas.microsoft.com/office/drawing/2014/main" id="{4DB50ECD-225E-4F81-AF7B-706DD05F3B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05895" y="2900097"/>
            <a:ext cx="10982062" cy="1211524"/>
            <a:chOff x="605895" y="2900097"/>
            <a:chExt cx="10982062" cy="1211524"/>
          </a:xfrm>
          <a:effectLst/>
        </p:grpSpPr>
        <p:sp>
          <p:nvSpPr>
            <p:cNvPr id="72" name="Freeform 32">
              <a:extLst>
                <a:ext uri="{FF2B5EF4-FFF2-40B4-BE49-F238E27FC236}">
                  <a16:creationId xmlns:a16="http://schemas.microsoft.com/office/drawing/2014/main" id="{CBC3B006-1357-4969-BC3D-CDD91E492B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 flipV="1">
              <a:off x="9653587" y="3379784"/>
              <a:ext cx="417513" cy="512763"/>
            </a:xfrm>
            <a:custGeom>
              <a:avLst/>
              <a:gdLst/>
              <a:ahLst/>
              <a:cxnLst/>
              <a:rect l="0" t="0" r="r" b="b"/>
              <a:pathLst>
                <a:path w="263" h="323">
                  <a:moveTo>
                    <a:pt x="12" y="323"/>
                  </a:moveTo>
                  <a:lnTo>
                    <a:pt x="0" y="314"/>
                  </a:lnTo>
                  <a:lnTo>
                    <a:pt x="203" y="108"/>
                  </a:lnTo>
                  <a:lnTo>
                    <a:pt x="248" y="0"/>
                  </a:lnTo>
                  <a:lnTo>
                    <a:pt x="263" y="6"/>
                  </a:lnTo>
                  <a:lnTo>
                    <a:pt x="218" y="117"/>
                  </a:lnTo>
                  <a:lnTo>
                    <a:pt x="218" y="117"/>
                  </a:lnTo>
                  <a:lnTo>
                    <a:pt x="12" y="323"/>
                  </a:ln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</p:sp>
        <p:sp>
          <p:nvSpPr>
            <p:cNvPr id="73" name="Freeform 33">
              <a:extLst>
                <a:ext uri="{FF2B5EF4-FFF2-40B4-BE49-F238E27FC236}">
                  <a16:creationId xmlns:a16="http://schemas.microsoft.com/office/drawing/2014/main" id="{0D6E4F1D-B331-41B5-90EF-2236C1EE15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 flipV="1">
              <a:off x="10078244" y="3310728"/>
              <a:ext cx="157163" cy="152400"/>
            </a:xfrm>
            <a:custGeom>
              <a:avLst/>
              <a:gdLst/>
              <a:ahLst/>
              <a:cxnLst/>
              <a:rect l="0" t="0" r="r" b="b"/>
              <a:pathLst>
                <a:path w="33" h="32">
                  <a:moveTo>
                    <a:pt x="17" y="32"/>
                  </a:moveTo>
                  <a:cubicBezTo>
                    <a:pt x="13" y="32"/>
                    <a:pt x="9" y="30"/>
                    <a:pt x="6" y="27"/>
                  </a:cubicBezTo>
                  <a:cubicBezTo>
                    <a:pt x="0" y="21"/>
                    <a:pt x="0" y="11"/>
                    <a:pt x="6" y="5"/>
                  </a:cubicBezTo>
                  <a:cubicBezTo>
                    <a:pt x="9" y="2"/>
                    <a:pt x="13" y="0"/>
                    <a:pt x="17" y="0"/>
                  </a:cubicBezTo>
                  <a:cubicBezTo>
                    <a:pt x="21" y="0"/>
                    <a:pt x="25" y="2"/>
                    <a:pt x="28" y="5"/>
                  </a:cubicBezTo>
                  <a:cubicBezTo>
                    <a:pt x="31" y="8"/>
                    <a:pt x="33" y="12"/>
                    <a:pt x="33" y="16"/>
                  </a:cubicBezTo>
                  <a:cubicBezTo>
                    <a:pt x="33" y="20"/>
                    <a:pt x="31" y="24"/>
                    <a:pt x="28" y="27"/>
                  </a:cubicBezTo>
                  <a:cubicBezTo>
                    <a:pt x="25" y="30"/>
                    <a:pt x="21" y="32"/>
                    <a:pt x="17" y="32"/>
                  </a:cubicBezTo>
                  <a:close/>
                  <a:moveTo>
                    <a:pt x="17" y="4"/>
                  </a:moveTo>
                  <a:cubicBezTo>
                    <a:pt x="14" y="4"/>
                    <a:pt x="11" y="6"/>
                    <a:pt x="9" y="8"/>
                  </a:cubicBezTo>
                  <a:cubicBezTo>
                    <a:pt x="4" y="12"/>
                    <a:pt x="4" y="20"/>
                    <a:pt x="9" y="24"/>
                  </a:cubicBezTo>
                  <a:cubicBezTo>
                    <a:pt x="11" y="27"/>
                    <a:pt x="14" y="28"/>
                    <a:pt x="17" y="28"/>
                  </a:cubicBezTo>
                  <a:cubicBezTo>
                    <a:pt x="20" y="28"/>
                    <a:pt x="23" y="27"/>
                    <a:pt x="26" y="24"/>
                  </a:cubicBezTo>
                  <a:cubicBezTo>
                    <a:pt x="30" y="20"/>
                    <a:pt x="30" y="12"/>
                    <a:pt x="26" y="8"/>
                  </a:cubicBezTo>
                  <a:cubicBezTo>
                    <a:pt x="23" y="6"/>
                    <a:pt x="20" y="4"/>
                    <a:pt x="17" y="4"/>
                  </a:cubicBez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</p:sp>
        <p:sp>
          <p:nvSpPr>
            <p:cNvPr id="74" name="Freeform 34">
              <a:extLst>
                <a:ext uri="{FF2B5EF4-FFF2-40B4-BE49-F238E27FC236}">
                  <a16:creationId xmlns:a16="http://schemas.microsoft.com/office/drawing/2014/main" id="{54A60014-21DF-44E5-9137-4335718850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 flipV="1">
              <a:off x="11146631" y="3574253"/>
              <a:ext cx="188913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</p:sp>
        <p:sp>
          <p:nvSpPr>
            <p:cNvPr id="75" name="Freeform 37">
              <a:extLst>
                <a:ext uri="{FF2B5EF4-FFF2-40B4-BE49-F238E27FC236}">
                  <a16:creationId xmlns:a16="http://schemas.microsoft.com/office/drawing/2014/main" id="{40B768C0-B003-45F4-9A06-EA3509A90B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 flipV="1">
              <a:off x="10230644" y="3034502"/>
              <a:ext cx="304800" cy="1544638"/>
            </a:xfrm>
            <a:custGeom>
              <a:avLst/>
              <a:gdLst/>
              <a:ahLst/>
              <a:cxnLst/>
              <a:rect l="0" t="0" r="r" b="b"/>
              <a:pathLst>
                <a:path w="192" h="973">
                  <a:moveTo>
                    <a:pt x="15" y="973"/>
                  </a:moveTo>
                  <a:lnTo>
                    <a:pt x="0" y="973"/>
                  </a:lnTo>
                  <a:lnTo>
                    <a:pt x="0" y="790"/>
                  </a:lnTo>
                  <a:lnTo>
                    <a:pt x="174" y="614"/>
                  </a:lnTo>
                  <a:lnTo>
                    <a:pt x="174" y="0"/>
                  </a:lnTo>
                  <a:lnTo>
                    <a:pt x="192" y="0"/>
                  </a:lnTo>
                  <a:lnTo>
                    <a:pt x="192" y="620"/>
                  </a:lnTo>
                  <a:lnTo>
                    <a:pt x="15" y="796"/>
                  </a:lnTo>
                  <a:lnTo>
                    <a:pt x="15" y="973"/>
                  </a:ln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</p:sp>
        <p:sp>
          <p:nvSpPr>
            <p:cNvPr id="76" name="Freeform 35">
              <a:extLst>
                <a:ext uri="{FF2B5EF4-FFF2-40B4-BE49-F238E27FC236}">
                  <a16:creationId xmlns:a16="http://schemas.microsoft.com/office/drawing/2014/main" id="{5E479182-2054-4AD9-823D-81CFAD7F2C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>
              <a:off x="10034587" y="2562753"/>
              <a:ext cx="298450" cy="1154113"/>
            </a:xfrm>
            <a:custGeom>
              <a:avLst/>
              <a:gdLst/>
              <a:ahLst/>
              <a:cxnLst/>
              <a:rect l="0" t="0" r="r" b="b"/>
              <a:pathLst>
                <a:path w="188" h="727">
                  <a:moveTo>
                    <a:pt x="15" y="727"/>
                  </a:moveTo>
                  <a:lnTo>
                    <a:pt x="0" y="727"/>
                  </a:lnTo>
                  <a:lnTo>
                    <a:pt x="0" y="407"/>
                  </a:lnTo>
                  <a:lnTo>
                    <a:pt x="0" y="407"/>
                  </a:lnTo>
                  <a:lnTo>
                    <a:pt x="176" y="0"/>
                  </a:lnTo>
                  <a:lnTo>
                    <a:pt x="188" y="6"/>
                  </a:lnTo>
                  <a:lnTo>
                    <a:pt x="15" y="410"/>
                  </a:lnTo>
                  <a:lnTo>
                    <a:pt x="15" y="727"/>
                  </a:ln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</p:sp>
        <p:sp>
          <p:nvSpPr>
            <p:cNvPr id="77" name="Freeform 36">
              <a:extLst>
                <a:ext uri="{FF2B5EF4-FFF2-40B4-BE49-F238E27FC236}">
                  <a16:creationId xmlns:a16="http://schemas.microsoft.com/office/drawing/2014/main" id="{A7D912CF-756A-41F1-8BF1-5BA7D1BD05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>
              <a:off x="10747375" y="3232679"/>
              <a:ext cx="157163" cy="155575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5"/>
                    <a:pt x="0" y="16"/>
                  </a:cubicBezTo>
                  <a:cubicBezTo>
                    <a:pt x="0" y="7"/>
                    <a:pt x="8" y="0"/>
                    <a:pt x="17" y="0"/>
                  </a:cubicBezTo>
                  <a:cubicBezTo>
                    <a:pt x="26" y="0"/>
                    <a:pt x="33" y="7"/>
                    <a:pt x="33" y="16"/>
                  </a:cubicBezTo>
                  <a:cubicBezTo>
                    <a:pt x="33" y="25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9"/>
                    <a:pt x="4" y="16"/>
                  </a:cubicBezTo>
                  <a:cubicBezTo>
                    <a:pt x="4" y="23"/>
                    <a:pt x="10" y="29"/>
                    <a:pt x="17" y="29"/>
                  </a:cubicBezTo>
                  <a:cubicBezTo>
                    <a:pt x="23" y="29"/>
                    <a:pt x="29" y="23"/>
                    <a:pt x="29" y="16"/>
                  </a:cubicBezTo>
                  <a:cubicBezTo>
                    <a:pt x="29" y="9"/>
                    <a:pt x="23" y="4"/>
                    <a:pt x="17" y="4"/>
                  </a:cubicBez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</p:sp>
        <p:sp>
          <p:nvSpPr>
            <p:cNvPr id="78" name="Freeform 38">
              <a:extLst>
                <a:ext uri="{FF2B5EF4-FFF2-40B4-BE49-F238E27FC236}">
                  <a16:creationId xmlns:a16="http://schemas.microsoft.com/office/drawing/2014/main" id="{734B6F35-2160-44B1-AB00-F628C84B14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>
              <a:off x="11399044" y="3095360"/>
              <a:ext cx="188913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</p:sp>
        <p:sp>
          <p:nvSpPr>
            <p:cNvPr id="79" name="Freeform 39">
              <a:extLst>
                <a:ext uri="{FF2B5EF4-FFF2-40B4-BE49-F238E27FC236}">
                  <a16:creationId xmlns:a16="http://schemas.microsoft.com/office/drawing/2014/main" id="{D8657E76-4F63-44FE-86C5-54CA174FCB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>
              <a:off x="10353675" y="2153178"/>
              <a:ext cx="307975" cy="1801813"/>
            </a:xfrm>
            <a:custGeom>
              <a:avLst/>
              <a:gdLst/>
              <a:ahLst/>
              <a:cxnLst/>
              <a:rect l="0" t="0" r="r" b="b"/>
              <a:pathLst>
                <a:path w="194" h="1135">
                  <a:moveTo>
                    <a:pt x="18" y="1135"/>
                  </a:moveTo>
                  <a:lnTo>
                    <a:pt x="0" y="1135"/>
                  </a:lnTo>
                  <a:lnTo>
                    <a:pt x="0" y="354"/>
                  </a:lnTo>
                  <a:lnTo>
                    <a:pt x="176" y="177"/>
                  </a:lnTo>
                  <a:lnTo>
                    <a:pt x="176" y="0"/>
                  </a:lnTo>
                  <a:lnTo>
                    <a:pt x="194" y="0"/>
                  </a:lnTo>
                  <a:lnTo>
                    <a:pt x="194" y="183"/>
                  </a:lnTo>
                  <a:lnTo>
                    <a:pt x="18" y="360"/>
                  </a:lnTo>
                  <a:lnTo>
                    <a:pt x="18" y="1135"/>
                  </a:ln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</p:sp>
        <p:sp>
          <p:nvSpPr>
            <p:cNvPr id="80" name="Freeform 40">
              <a:extLst>
                <a:ext uri="{FF2B5EF4-FFF2-40B4-BE49-F238E27FC236}">
                  <a16:creationId xmlns:a16="http://schemas.microsoft.com/office/drawing/2014/main" id="{482CEB8C-90E5-4152-8B52-A2881B98A3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>
              <a:off x="9848850" y="330887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</p:sp>
        <p:sp>
          <p:nvSpPr>
            <p:cNvPr id="81" name="Rectangle 41">
              <a:extLst>
                <a:ext uri="{FF2B5EF4-FFF2-40B4-BE49-F238E27FC236}">
                  <a16:creationId xmlns:a16="http://schemas.microsoft.com/office/drawing/2014/main" id="{85010FC2-BC4C-4692-876D-7FE363BFC6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>
              <a:off x="9721056" y="3284272"/>
              <a:ext cx="23813" cy="252413"/>
            </a:xfrm>
            <a:prstGeom prst="rect">
              <a:avLst/>
            </a:pr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</p:sp>
        <p:sp>
          <p:nvSpPr>
            <p:cNvPr id="82" name="Freeform 32">
              <a:extLst>
                <a:ext uri="{FF2B5EF4-FFF2-40B4-BE49-F238E27FC236}">
                  <a16:creationId xmlns:a16="http://schemas.microsoft.com/office/drawing/2014/main" id="{714C1223-2B78-4715-9ACB-079A60D16D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6200000" flipH="1" flipV="1">
              <a:off x="2122751" y="3532184"/>
              <a:ext cx="417513" cy="512763"/>
            </a:xfrm>
            <a:custGeom>
              <a:avLst/>
              <a:gdLst/>
              <a:ahLst/>
              <a:cxnLst/>
              <a:rect l="0" t="0" r="r" b="b"/>
              <a:pathLst>
                <a:path w="263" h="323">
                  <a:moveTo>
                    <a:pt x="12" y="323"/>
                  </a:moveTo>
                  <a:lnTo>
                    <a:pt x="0" y="314"/>
                  </a:lnTo>
                  <a:lnTo>
                    <a:pt x="203" y="108"/>
                  </a:lnTo>
                  <a:lnTo>
                    <a:pt x="248" y="0"/>
                  </a:lnTo>
                  <a:lnTo>
                    <a:pt x="263" y="6"/>
                  </a:lnTo>
                  <a:lnTo>
                    <a:pt x="218" y="117"/>
                  </a:lnTo>
                  <a:lnTo>
                    <a:pt x="218" y="117"/>
                  </a:lnTo>
                  <a:lnTo>
                    <a:pt x="12" y="323"/>
                  </a:ln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</p:sp>
        <p:sp>
          <p:nvSpPr>
            <p:cNvPr id="83" name="Freeform 33">
              <a:extLst>
                <a:ext uri="{FF2B5EF4-FFF2-40B4-BE49-F238E27FC236}">
                  <a16:creationId xmlns:a16="http://schemas.microsoft.com/office/drawing/2014/main" id="{1D9109D3-C92A-410B-9B43-5F02B2D84E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6200000" flipH="1" flipV="1">
              <a:off x="1958445" y="3463128"/>
              <a:ext cx="157163" cy="152400"/>
            </a:xfrm>
            <a:custGeom>
              <a:avLst/>
              <a:gdLst/>
              <a:ahLst/>
              <a:cxnLst/>
              <a:rect l="0" t="0" r="r" b="b"/>
              <a:pathLst>
                <a:path w="33" h="32">
                  <a:moveTo>
                    <a:pt x="17" y="32"/>
                  </a:moveTo>
                  <a:cubicBezTo>
                    <a:pt x="13" y="32"/>
                    <a:pt x="9" y="30"/>
                    <a:pt x="6" y="27"/>
                  </a:cubicBezTo>
                  <a:cubicBezTo>
                    <a:pt x="0" y="21"/>
                    <a:pt x="0" y="11"/>
                    <a:pt x="6" y="5"/>
                  </a:cubicBezTo>
                  <a:cubicBezTo>
                    <a:pt x="9" y="2"/>
                    <a:pt x="13" y="0"/>
                    <a:pt x="17" y="0"/>
                  </a:cubicBezTo>
                  <a:cubicBezTo>
                    <a:pt x="21" y="0"/>
                    <a:pt x="25" y="2"/>
                    <a:pt x="28" y="5"/>
                  </a:cubicBezTo>
                  <a:cubicBezTo>
                    <a:pt x="31" y="8"/>
                    <a:pt x="33" y="12"/>
                    <a:pt x="33" y="16"/>
                  </a:cubicBezTo>
                  <a:cubicBezTo>
                    <a:pt x="33" y="20"/>
                    <a:pt x="31" y="24"/>
                    <a:pt x="28" y="27"/>
                  </a:cubicBezTo>
                  <a:cubicBezTo>
                    <a:pt x="25" y="30"/>
                    <a:pt x="21" y="32"/>
                    <a:pt x="17" y="32"/>
                  </a:cubicBezTo>
                  <a:close/>
                  <a:moveTo>
                    <a:pt x="17" y="4"/>
                  </a:moveTo>
                  <a:cubicBezTo>
                    <a:pt x="14" y="4"/>
                    <a:pt x="11" y="6"/>
                    <a:pt x="9" y="8"/>
                  </a:cubicBezTo>
                  <a:cubicBezTo>
                    <a:pt x="4" y="12"/>
                    <a:pt x="4" y="20"/>
                    <a:pt x="9" y="24"/>
                  </a:cubicBezTo>
                  <a:cubicBezTo>
                    <a:pt x="11" y="27"/>
                    <a:pt x="14" y="28"/>
                    <a:pt x="17" y="28"/>
                  </a:cubicBezTo>
                  <a:cubicBezTo>
                    <a:pt x="20" y="28"/>
                    <a:pt x="23" y="27"/>
                    <a:pt x="26" y="24"/>
                  </a:cubicBezTo>
                  <a:cubicBezTo>
                    <a:pt x="30" y="20"/>
                    <a:pt x="30" y="12"/>
                    <a:pt x="26" y="8"/>
                  </a:cubicBezTo>
                  <a:cubicBezTo>
                    <a:pt x="23" y="6"/>
                    <a:pt x="20" y="4"/>
                    <a:pt x="17" y="4"/>
                  </a:cubicBez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</p:sp>
        <p:sp>
          <p:nvSpPr>
            <p:cNvPr id="84" name="Freeform 34">
              <a:extLst>
                <a:ext uri="{FF2B5EF4-FFF2-40B4-BE49-F238E27FC236}">
                  <a16:creationId xmlns:a16="http://schemas.microsoft.com/office/drawing/2014/main" id="{EF5B327A-A1AE-42F3-815E-84F4AA2948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6200000" flipH="1" flipV="1">
              <a:off x="858308" y="3726653"/>
              <a:ext cx="188913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</p:sp>
        <p:sp>
          <p:nvSpPr>
            <p:cNvPr id="85" name="Freeform 37">
              <a:extLst>
                <a:ext uri="{FF2B5EF4-FFF2-40B4-BE49-F238E27FC236}">
                  <a16:creationId xmlns:a16="http://schemas.microsoft.com/office/drawing/2014/main" id="{77738BDE-751F-4D4C-B4C4-C9DF3EA291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6200000" flipH="1" flipV="1">
              <a:off x="1658407" y="3186902"/>
              <a:ext cx="304800" cy="1544638"/>
            </a:xfrm>
            <a:custGeom>
              <a:avLst/>
              <a:gdLst/>
              <a:ahLst/>
              <a:cxnLst/>
              <a:rect l="0" t="0" r="r" b="b"/>
              <a:pathLst>
                <a:path w="192" h="973">
                  <a:moveTo>
                    <a:pt x="15" y="973"/>
                  </a:moveTo>
                  <a:lnTo>
                    <a:pt x="0" y="973"/>
                  </a:lnTo>
                  <a:lnTo>
                    <a:pt x="0" y="790"/>
                  </a:lnTo>
                  <a:lnTo>
                    <a:pt x="174" y="614"/>
                  </a:lnTo>
                  <a:lnTo>
                    <a:pt x="174" y="0"/>
                  </a:lnTo>
                  <a:lnTo>
                    <a:pt x="192" y="0"/>
                  </a:lnTo>
                  <a:lnTo>
                    <a:pt x="192" y="620"/>
                  </a:lnTo>
                  <a:lnTo>
                    <a:pt x="15" y="796"/>
                  </a:lnTo>
                  <a:lnTo>
                    <a:pt x="15" y="973"/>
                  </a:ln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</p:sp>
        <p:sp>
          <p:nvSpPr>
            <p:cNvPr id="86" name="Freeform 35">
              <a:extLst>
                <a:ext uri="{FF2B5EF4-FFF2-40B4-BE49-F238E27FC236}">
                  <a16:creationId xmlns:a16="http://schemas.microsoft.com/office/drawing/2014/main" id="{9C8C4AD6-72BF-490C-963C-97C7FD7E7E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6200000" flipH="1">
              <a:off x="1860814" y="2715153"/>
              <a:ext cx="298450" cy="1154113"/>
            </a:xfrm>
            <a:custGeom>
              <a:avLst/>
              <a:gdLst/>
              <a:ahLst/>
              <a:cxnLst/>
              <a:rect l="0" t="0" r="r" b="b"/>
              <a:pathLst>
                <a:path w="188" h="727">
                  <a:moveTo>
                    <a:pt x="15" y="727"/>
                  </a:moveTo>
                  <a:lnTo>
                    <a:pt x="0" y="727"/>
                  </a:lnTo>
                  <a:lnTo>
                    <a:pt x="0" y="407"/>
                  </a:lnTo>
                  <a:lnTo>
                    <a:pt x="0" y="407"/>
                  </a:lnTo>
                  <a:lnTo>
                    <a:pt x="176" y="0"/>
                  </a:lnTo>
                  <a:lnTo>
                    <a:pt x="188" y="6"/>
                  </a:lnTo>
                  <a:lnTo>
                    <a:pt x="15" y="410"/>
                  </a:lnTo>
                  <a:lnTo>
                    <a:pt x="15" y="727"/>
                  </a:ln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</p:sp>
        <p:sp>
          <p:nvSpPr>
            <p:cNvPr id="87" name="Freeform 36">
              <a:extLst>
                <a:ext uri="{FF2B5EF4-FFF2-40B4-BE49-F238E27FC236}">
                  <a16:creationId xmlns:a16="http://schemas.microsoft.com/office/drawing/2014/main" id="{94990E31-5AA8-4502-A963-CE1B539DAC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6200000" flipH="1">
              <a:off x="1289314" y="3385079"/>
              <a:ext cx="157163" cy="155575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5"/>
                    <a:pt x="0" y="16"/>
                  </a:cubicBezTo>
                  <a:cubicBezTo>
                    <a:pt x="0" y="7"/>
                    <a:pt x="8" y="0"/>
                    <a:pt x="17" y="0"/>
                  </a:cubicBezTo>
                  <a:cubicBezTo>
                    <a:pt x="26" y="0"/>
                    <a:pt x="33" y="7"/>
                    <a:pt x="33" y="16"/>
                  </a:cubicBezTo>
                  <a:cubicBezTo>
                    <a:pt x="33" y="25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9"/>
                    <a:pt x="4" y="16"/>
                  </a:cubicBezTo>
                  <a:cubicBezTo>
                    <a:pt x="4" y="23"/>
                    <a:pt x="10" y="29"/>
                    <a:pt x="17" y="29"/>
                  </a:cubicBezTo>
                  <a:cubicBezTo>
                    <a:pt x="23" y="29"/>
                    <a:pt x="29" y="23"/>
                    <a:pt x="29" y="16"/>
                  </a:cubicBezTo>
                  <a:cubicBezTo>
                    <a:pt x="29" y="9"/>
                    <a:pt x="23" y="4"/>
                    <a:pt x="17" y="4"/>
                  </a:cubicBez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</p:sp>
        <p:sp>
          <p:nvSpPr>
            <p:cNvPr id="88" name="Freeform 38">
              <a:extLst>
                <a:ext uri="{FF2B5EF4-FFF2-40B4-BE49-F238E27FC236}">
                  <a16:creationId xmlns:a16="http://schemas.microsoft.com/office/drawing/2014/main" id="{9E703E9D-ED76-449C-A8C0-7A1E24B8B2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6200000" flipH="1">
              <a:off x="605895" y="3247760"/>
              <a:ext cx="188913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</p:sp>
        <p:sp>
          <p:nvSpPr>
            <p:cNvPr id="89" name="Freeform 39">
              <a:extLst>
                <a:ext uri="{FF2B5EF4-FFF2-40B4-BE49-F238E27FC236}">
                  <a16:creationId xmlns:a16="http://schemas.microsoft.com/office/drawing/2014/main" id="{C70A75E8-C815-4CCF-ABEE-83F19BFE05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6200000" flipH="1">
              <a:off x="1532202" y="2305578"/>
              <a:ext cx="307975" cy="1801813"/>
            </a:xfrm>
            <a:custGeom>
              <a:avLst/>
              <a:gdLst/>
              <a:ahLst/>
              <a:cxnLst/>
              <a:rect l="0" t="0" r="r" b="b"/>
              <a:pathLst>
                <a:path w="194" h="1135">
                  <a:moveTo>
                    <a:pt x="18" y="1135"/>
                  </a:moveTo>
                  <a:lnTo>
                    <a:pt x="0" y="1135"/>
                  </a:lnTo>
                  <a:lnTo>
                    <a:pt x="0" y="354"/>
                  </a:lnTo>
                  <a:lnTo>
                    <a:pt x="176" y="177"/>
                  </a:lnTo>
                  <a:lnTo>
                    <a:pt x="176" y="0"/>
                  </a:lnTo>
                  <a:lnTo>
                    <a:pt x="194" y="0"/>
                  </a:lnTo>
                  <a:lnTo>
                    <a:pt x="194" y="183"/>
                  </a:lnTo>
                  <a:lnTo>
                    <a:pt x="18" y="360"/>
                  </a:lnTo>
                  <a:lnTo>
                    <a:pt x="18" y="1135"/>
                  </a:ln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</p:sp>
        <p:sp>
          <p:nvSpPr>
            <p:cNvPr id="90" name="Freeform 40">
              <a:extLst>
                <a:ext uri="{FF2B5EF4-FFF2-40B4-BE49-F238E27FC236}">
                  <a16:creationId xmlns:a16="http://schemas.microsoft.com/office/drawing/2014/main" id="{E15638E1-6A92-4D31-A034-853A65A754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6200000" flipH="1">
              <a:off x="2154501" y="346127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</p:sp>
        <p:sp>
          <p:nvSpPr>
            <p:cNvPr id="91" name="Rectangle 41">
              <a:extLst>
                <a:ext uri="{FF2B5EF4-FFF2-40B4-BE49-F238E27FC236}">
                  <a16:creationId xmlns:a16="http://schemas.microsoft.com/office/drawing/2014/main" id="{EA3E8D58-D52B-4300-8A50-5696430D1A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6200000" flipH="1">
              <a:off x="2448983" y="3436672"/>
              <a:ext cx="23813" cy="252413"/>
            </a:xfrm>
            <a:prstGeom prst="rect">
              <a:avLst/>
            </a:pr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6B166F45-B532-47B5-BA6D-5899DB5CD9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7001" y="2910983"/>
            <a:ext cx="6858000" cy="89583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4400" dirty="0" err="1">
                <a:solidFill>
                  <a:srgbClr val="FFFFFF"/>
                </a:solidFill>
              </a:rPr>
              <a:t>Termos</a:t>
            </a:r>
            <a:r>
              <a:rPr lang="en-US" sz="4400" dirty="0">
                <a:solidFill>
                  <a:srgbClr val="FFFFFF"/>
                </a:solidFill>
              </a:rPr>
              <a:t> </a:t>
            </a:r>
            <a:r>
              <a:rPr lang="en-US" sz="4400" dirty="0" err="1">
                <a:solidFill>
                  <a:srgbClr val="FFFFFF"/>
                </a:solidFill>
              </a:rPr>
              <a:t>utilizados</a:t>
            </a:r>
            <a:r>
              <a:rPr lang="en-US" sz="4400" dirty="0">
                <a:solidFill>
                  <a:srgbClr val="FFFFFF"/>
                </a:solidFill>
              </a:rPr>
              <a:t> </a:t>
            </a:r>
            <a:r>
              <a:rPr lang="en-US" sz="4400" dirty="0" err="1">
                <a:solidFill>
                  <a:srgbClr val="FFFFFF"/>
                </a:solidFill>
              </a:rPr>
              <a:t>na</a:t>
            </a:r>
            <a:r>
              <a:rPr lang="en-US" sz="4400" dirty="0">
                <a:solidFill>
                  <a:srgbClr val="FFFFFF"/>
                </a:solidFill>
              </a:rPr>
              <a:t> I.A</a:t>
            </a:r>
          </a:p>
        </p:txBody>
      </p:sp>
    </p:spTree>
    <p:extLst>
      <p:ext uri="{BB962C8B-B14F-4D97-AF65-F5344CB8AC3E}">
        <p14:creationId xmlns:p14="http://schemas.microsoft.com/office/powerpoint/2010/main" val="344463711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48000"/>
                <a:hueMod val="106000"/>
                <a:satMod val="140000"/>
                <a:lumMod val="42000"/>
              </a:schemeClr>
              <a:schemeClr val="bg2">
                <a:tint val="98000"/>
                <a:hueMod val="92000"/>
                <a:satMod val="220000"/>
                <a:lumMod val="9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8" name="Rectangle 67">
            <a:extLst>
              <a:ext uri="{FF2B5EF4-FFF2-40B4-BE49-F238E27FC236}">
                <a16:creationId xmlns:a16="http://schemas.microsoft.com/office/drawing/2014/main" id="{56099417-50E6-4D31-B3BC-8ECCF737FE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-1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0" name="Picture 2">
            <a:extLst>
              <a:ext uri="{FF2B5EF4-FFF2-40B4-BE49-F238E27FC236}">
                <a16:creationId xmlns:a16="http://schemas.microsoft.com/office/drawing/2014/main" id="{38BFA449-4933-478B-B27D-ACCC557FF9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27" name="Group 126">
            <a:extLst>
              <a:ext uri="{FF2B5EF4-FFF2-40B4-BE49-F238E27FC236}">
                <a16:creationId xmlns:a16="http://schemas.microsoft.com/office/drawing/2014/main" id="{D0D26923-EE65-4E57-B679-61B80FBCAA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364912" y="0"/>
            <a:ext cx="674688" cy="6848476"/>
            <a:chOff x="11364912" y="0"/>
            <a:chExt cx="674688" cy="6848476"/>
          </a:xfrm>
          <a:gradFill flip="none" rotWithShape="1">
            <a:gsLst>
              <a:gs pos="0">
                <a:schemeClr val="tx2">
                  <a:alpha val="80000"/>
                </a:schemeClr>
              </a:gs>
              <a:gs pos="100000">
                <a:schemeClr val="bg2">
                  <a:lumMod val="60000"/>
                  <a:lumOff val="40000"/>
                  <a:alpha val="60000"/>
                </a:schemeClr>
              </a:gs>
            </a:gsLst>
            <a:lin ang="5400000" scaled="0"/>
            <a:tileRect/>
          </a:gradFill>
        </p:grpSpPr>
        <p:sp>
          <p:nvSpPr>
            <p:cNvPr id="128" name="Freeform 32">
              <a:extLst>
                <a:ext uri="{FF2B5EF4-FFF2-40B4-BE49-F238E27FC236}">
                  <a16:creationId xmlns:a16="http://schemas.microsoft.com/office/drawing/2014/main" id="{CCFEB195-EB36-44FF-8797-E3560DB15A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83975" y="0"/>
              <a:ext cx="417513" cy="512763"/>
            </a:xfrm>
            <a:custGeom>
              <a:avLst/>
              <a:gdLst/>
              <a:ahLst/>
              <a:cxnLst/>
              <a:rect l="0" t="0" r="r" b="b"/>
              <a:pathLst>
                <a:path w="263" h="323">
                  <a:moveTo>
                    <a:pt x="12" y="323"/>
                  </a:moveTo>
                  <a:lnTo>
                    <a:pt x="0" y="314"/>
                  </a:lnTo>
                  <a:lnTo>
                    <a:pt x="203" y="108"/>
                  </a:lnTo>
                  <a:lnTo>
                    <a:pt x="248" y="0"/>
                  </a:lnTo>
                  <a:lnTo>
                    <a:pt x="263" y="6"/>
                  </a:lnTo>
                  <a:lnTo>
                    <a:pt x="218" y="117"/>
                  </a:lnTo>
                  <a:lnTo>
                    <a:pt x="218" y="117"/>
                  </a:lnTo>
                  <a:lnTo>
                    <a:pt x="12" y="32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29" name="Freeform 33">
              <a:extLst>
                <a:ext uri="{FF2B5EF4-FFF2-40B4-BE49-F238E27FC236}">
                  <a16:creationId xmlns:a16="http://schemas.microsoft.com/office/drawing/2014/main" id="{F9DFB3B4-CAB4-464D-B98E-B1D631F83B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364912" y="474663"/>
              <a:ext cx="157163" cy="152400"/>
            </a:xfrm>
            <a:custGeom>
              <a:avLst/>
              <a:gdLst/>
              <a:ahLst/>
              <a:cxnLst/>
              <a:rect l="0" t="0" r="r" b="b"/>
              <a:pathLst>
                <a:path w="33" h="32">
                  <a:moveTo>
                    <a:pt x="17" y="32"/>
                  </a:moveTo>
                  <a:cubicBezTo>
                    <a:pt x="13" y="32"/>
                    <a:pt x="9" y="30"/>
                    <a:pt x="6" y="27"/>
                  </a:cubicBezTo>
                  <a:cubicBezTo>
                    <a:pt x="0" y="21"/>
                    <a:pt x="0" y="11"/>
                    <a:pt x="6" y="5"/>
                  </a:cubicBezTo>
                  <a:cubicBezTo>
                    <a:pt x="9" y="2"/>
                    <a:pt x="13" y="0"/>
                    <a:pt x="17" y="0"/>
                  </a:cubicBezTo>
                  <a:cubicBezTo>
                    <a:pt x="21" y="0"/>
                    <a:pt x="25" y="2"/>
                    <a:pt x="28" y="5"/>
                  </a:cubicBezTo>
                  <a:cubicBezTo>
                    <a:pt x="31" y="8"/>
                    <a:pt x="33" y="12"/>
                    <a:pt x="33" y="16"/>
                  </a:cubicBezTo>
                  <a:cubicBezTo>
                    <a:pt x="33" y="20"/>
                    <a:pt x="31" y="24"/>
                    <a:pt x="28" y="27"/>
                  </a:cubicBezTo>
                  <a:cubicBezTo>
                    <a:pt x="25" y="30"/>
                    <a:pt x="21" y="32"/>
                    <a:pt x="17" y="32"/>
                  </a:cubicBezTo>
                  <a:close/>
                  <a:moveTo>
                    <a:pt x="17" y="4"/>
                  </a:moveTo>
                  <a:cubicBezTo>
                    <a:pt x="14" y="4"/>
                    <a:pt x="11" y="6"/>
                    <a:pt x="9" y="8"/>
                  </a:cubicBezTo>
                  <a:cubicBezTo>
                    <a:pt x="4" y="12"/>
                    <a:pt x="4" y="20"/>
                    <a:pt x="9" y="24"/>
                  </a:cubicBezTo>
                  <a:cubicBezTo>
                    <a:pt x="11" y="27"/>
                    <a:pt x="14" y="28"/>
                    <a:pt x="17" y="28"/>
                  </a:cubicBezTo>
                  <a:cubicBezTo>
                    <a:pt x="20" y="28"/>
                    <a:pt x="23" y="27"/>
                    <a:pt x="26" y="24"/>
                  </a:cubicBezTo>
                  <a:cubicBezTo>
                    <a:pt x="30" y="20"/>
                    <a:pt x="30" y="12"/>
                    <a:pt x="26" y="8"/>
                  </a:cubicBezTo>
                  <a:cubicBezTo>
                    <a:pt x="23" y="6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30" name="Freeform 34">
              <a:extLst>
                <a:ext uri="{FF2B5EF4-FFF2-40B4-BE49-F238E27FC236}">
                  <a16:creationId xmlns:a16="http://schemas.microsoft.com/office/drawing/2014/main" id="{AF9C413E-250B-480A-95EF-7530544E1B4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631612" y="1539875"/>
              <a:ext cx="188913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31" name="Freeform 35">
              <a:extLst>
                <a:ext uri="{FF2B5EF4-FFF2-40B4-BE49-F238E27FC236}">
                  <a16:creationId xmlns:a16="http://schemas.microsoft.com/office/drawing/2014/main" id="{835624A6-4E96-4687-BA1D-79877D44D0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531600" y="5694363"/>
              <a:ext cx="298450" cy="1154113"/>
            </a:xfrm>
            <a:custGeom>
              <a:avLst/>
              <a:gdLst/>
              <a:ahLst/>
              <a:cxnLst/>
              <a:rect l="0" t="0" r="r" b="b"/>
              <a:pathLst>
                <a:path w="188" h="727">
                  <a:moveTo>
                    <a:pt x="15" y="727"/>
                  </a:moveTo>
                  <a:lnTo>
                    <a:pt x="0" y="727"/>
                  </a:lnTo>
                  <a:lnTo>
                    <a:pt x="0" y="407"/>
                  </a:lnTo>
                  <a:lnTo>
                    <a:pt x="0" y="407"/>
                  </a:lnTo>
                  <a:lnTo>
                    <a:pt x="176" y="0"/>
                  </a:lnTo>
                  <a:lnTo>
                    <a:pt x="188" y="6"/>
                  </a:lnTo>
                  <a:lnTo>
                    <a:pt x="15" y="410"/>
                  </a:lnTo>
                  <a:lnTo>
                    <a:pt x="15" y="72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32" name="Freeform 36">
              <a:extLst>
                <a:ext uri="{FF2B5EF4-FFF2-40B4-BE49-F238E27FC236}">
                  <a16:creationId xmlns:a16="http://schemas.microsoft.com/office/drawing/2014/main" id="{9FDC4B4C-B72D-4BF9-802F-8936D2BA3F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772900" y="5551488"/>
              <a:ext cx="157163" cy="155575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5"/>
                    <a:pt x="0" y="16"/>
                  </a:cubicBezTo>
                  <a:cubicBezTo>
                    <a:pt x="0" y="7"/>
                    <a:pt x="8" y="0"/>
                    <a:pt x="17" y="0"/>
                  </a:cubicBezTo>
                  <a:cubicBezTo>
                    <a:pt x="26" y="0"/>
                    <a:pt x="33" y="7"/>
                    <a:pt x="33" y="16"/>
                  </a:cubicBezTo>
                  <a:cubicBezTo>
                    <a:pt x="33" y="25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9"/>
                    <a:pt x="4" y="16"/>
                  </a:cubicBezTo>
                  <a:cubicBezTo>
                    <a:pt x="4" y="23"/>
                    <a:pt x="10" y="29"/>
                    <a:pt x="17" y="29"/>
                  </a:cubicBezTo>
                  <a:cubicBezTo>
                    <a:pt x="23" y="29"/>
                    <a:pt x="29" y="23"/>
                    <a:pt x="29" y="16"/>
                  </a:cubicBezTo>
                  <a:cubicBezTo>
                    <a:pt x="29" y="9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33" name="Freeform 37">
              <a:extLst>
                <a:ext uri="{FF2B5EF4-FFF2-40B4-BE49-F238E27FC236}">
                  <a16:creationId xmlns:a16="http://schemas.microsoft.com/office/drawing/2014/main" id="{EA39328B-6796-4B68-AC37-D15A58FD2A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710987" y="4763"/>
              <a:ext cx="304800" cy="1544638"/>
            </a:xfrm>
            <a:custGeom>
              <a:avLst/>
              <a:gdLst/>
              <a:ahLst/>
              <a:cxnLst/>
              <a:rect l="0" t="0" r="r" b="b"/>
              <a:pathLst>
                <a:path w="192" h="973">
                  <a:moveTo>
                    <a:pt x="15" y="973"/>
                  </a:moveTo>
                  <a:lnTo>
                    <a:pt x="0" y="973"/>
                  </a:lnTo>
                  <a:lnTo>
                    <a:pt x="0" y="790"/>
                  </a:lnTo>
                  <a:lnTo>
                    <a:pt x="174" y="614"/>
                  </a:lnTo>
                  <a:lnTo>
                    <a:pt x="174" y="0"/>
                  </a:lnTo>
                  <a:lnTo>
                    <a:pt x="192" y="0"/>
                  </a:lnTo>
                  <a:lnTo>
                    <a:pt x="192" y="620"/>
                  </a:lnTo>
                  <a:lnTo>
                    <a:pt x="15" y="796"/>
                  </a:lnTo>
                  <a:lnTo>
                    <a:pt x="15" y="9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34" name="Freeform 38">
              <a:extLst>
                <a:ext uri="{FF2B5EF4-FFF2-40B4-BE49-F238E27FC236}">
                  <a16:creationId xmlns:a16="http://schemas.microsoft.com/office/drawing/2014/main" id="{E183C829-3FB7-4A3A-BA25-4808539953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636375" y="4867275"/>
              <a:ext cx="188913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35" name="Freeform 39">
              <a:extLst>
                <a:ext uri="{FF2B5EF4-FFF2-40B4-BE49-F238E27FC236}">
                  <a16:creationId xmlns:a16="http://schemas.microsoft.com/office/drawing/2014/main" id="{3432DC05-0F64-445E-9A04-28F38C3181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41112" y="5046663"/>
              <a:ext cx="307975" cy="1801813"/>
            </a:xfrm>
            <a:custGeom>
              <a:avLst/>
              <a:gdLst/>
              <a:ahLst/>
              <a:cxnLst/>
              <a:rect l="0" t="0" r="r" b="b"/>
              <a:pathLst>
                <a:path w="194" h="1135">
                  <a:moveTo>
                    <a:pt x="18" y="1135"/>
                  </a:moveTo>
                  <a:lnTo>
                    <a:pt x="0" y="1135"/>
                  </a:lnTo>
                  <a:lnTo>
                    <a:pt x="0" y="354"/>
                  </a:lnTo>
                  <a:lnTo>
                    <a:pt x="176" y="177"/>
                  </a:lnTo>
                  <a:lnTo>
                    <a:pt x="176" y="0"/>
                  </a:lnTo>
                  <a:lnTo>
                    <a:pt x="194" y="0"/>
                  </a:lnTo>
                  <a:lnTo>
                    <a:pt x="194" y="183"/>
                  </a:lnTo>
                  <a:lnTo>
                    <a:pt x="18" y="360"/>
                  </a:lnTo>
                  <a:lnTo>
                    <a:pt x="18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36" name="Freeform 40">
              <a:extLst>
                <a:ext uri="{FF2B5EF4-FFF2-40B4-BE49-F238E27FC236}">
                  <a16:creationId xmlns:a16="http://schemas.microsoft.com/office/drawing/2014/main" id="{84B73A47-61BF-41AA-88B2-8E886FE767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849100" y="64166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37" name="Rectangle 41">
              <a:extLst>
                <a:ext uri="{FF2B5EF4-FFF2-40B4-BE49-F238E27FC236}">
                  <a16:creationId xmlns:a16="http://schemas.microsoft.com/office/drawing/2014/main" id="{1598D14B-84D4-4984-9F52-076847DF34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939587" y="6596063"/>
              <a:ext cx="23813" cy="2524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</p:grpSp>
      <p:pic>
        <p:nvPicPr>
          <p:cNvPr id="17" name="Picture 2" descr="Resultado de imagem para inteligencia">
            <a:extLst>
              <a:ext uri="{FF2B5EF4-FFF2-40B4-BE49-F238E27FC236}">
                <a16:creationId xmlns:a16="http://schemas.microsoft.com/office/drawing/2014/main" id="{9F8BF182-4EAF-499D-B27C-84C9C3798C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29079" y="11602"/>
            <a:ext cx="5762919" cy="68463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Título 1">
            <a:extLst>
              <a:ext uri="{FF2B5EF4-FFF2-40B4-BE49-F238E27FC236}">
                <a16:creationId xmlns:a16="http://schemas.microsoft.com/office/drawing/2014/main" id="{9EC02288-0644-40B5-B89B-BB684A2BD810}"/>
              </a:ext>
            </a:extLst>
          </p:cNvPr>
          <p:cNvSpPr txBox="1">
            <a:spLocks/>
          </p:cNvSpPr>
          <p:nvPr/>
        </p:nvSpPr>
        <p:spPr>
          <a:xfrm>
            <a:off x="576892" y="367983"/>
            <a:ext cx="3629348" cy="81217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</a:pPr>
            <a:r>
              <a:rPr lang="pt-BR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Termos da I.A</a:t>
            </a:r>
            <a:endParaRPr lang="en-US" sz="4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BB9FA7BB-2850-4152-A0AF-06698174D5F5}"/>
              </a:ext>
            </a:extLst>
          </p:cNvPr>
          <p:cNvSpPr txBox="1"/>
          <p:nvPr/>
        </p:nvSpPr>
        <p:spPr>
          <a:xfrm>
            <a:off x="176213" y="1180162"/>
            <a:ext cx="6057604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Reinforcement Learning - </a:t>
            </a:r>
            <a:r>
              <a:rPr lang="pt-B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Aprendizagem</a:t>
            </a:r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por </a:t>
            </a:r>
            <a:r>
              <a:rPr lang="en-US" sz="2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Reforço</a:t>
            </a:r>
            <a:endParaRPr lang="en-US" sz="2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Neural Networks - Redes </a:t>
            </a:r>
            <a:r>
              <a:rPr lang="pt-B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Neurais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Deep Learning - </a:t>
            </a:r>
            <a:r>
              <a:rPr lang="pt-B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Aprendizagem</a:t>
            </a:r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Profunda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Machine Learning - </a:t>
            </a:r>
            <a:r>
              <a:rPr lang="en-US" sz="2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Aprendizado</a:t>
            </a:r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de </a:t>
            </a:r>
            <a:r>
              <a:rPr lang="en-US" sz="2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Máquina</a:t>
            </a:r>
            <a:endParaRPr lang="en-US" sz="2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Visão</a:t>
            </a:r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Computacional</a:t>
            </a:r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- Computer vision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Assertividade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Modelo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Acurácia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Algoritmo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Python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Data Science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API</a:t>
            </a:r>
          </a:p>
        </p:txBody>
      </p:sp>
    </p:spTree>
    <p:extLst>
      <p:ext uri="{BB962C8B-B14F-4D97-AF65-F5344CB8AC3E}">
        <p14:creationId xmlns:p14="http://schemas.microsoft.com/office/powerpoint/2010/main" val="148200869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425" r="21837"/>
          <a:stretch/>
        </p:blipFill>
        <p:spPr bwMode="auto">
          <a:xfrm>
            <a:off x="0" y="4762"/>
            <a:ext cx="7434470" cy="68532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6B166F45-B532-47B5-BA6D-5899DB5CD9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34470" y="755374"/>
            <a:ext cx="4690648" cy="4244009"/>
          </a:xfrm>
        </p:spPr>
        <p:txBody>
          <a:bodyPr vert="horz" lIns="91440" tIns="45720" rIns="91440" bIns="45720" rtlCol="0" anchor="b">
            <a:noAutofit/>
          </a:bodyPr>
          <a:lstStyle/>
          <a:p>
            <a:pPr algn="ctr"/>
            <a:r>
              <a:rPr lang="en-US" sz="4000" b="1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Um</a:t>
            </a:r>
            <a:r>
              <a:rPr lang="en-US" sz="40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4000" b="1" dirty="0" err="1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modelo</a:t>
            </a:r>
            <a:r>
              <a:rPr lang="en-US" sz="4000" b="1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de Machine </a:t>
            </a:r>
            <a:r>
              <a:rPr lang="en-US" sz="4000" b="1" dirty="0">
                <a:solidFill>
                  <a:srgbClr val="FFCC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learning </a:t>
            </a:r>
            <a:r>
              <a:rPr lang="en-US" sz="4000" b="1" dirty="0" err="1">
                <a:solidFill>
                  <a:srgbClr val="FFCC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em</a:t>
            </a:r>
            <a:r>
              <a:rPr lang="en-US" sz="4000" b="1" dirty="0">
                <a:solidFill>
                  <a:srgbClr val="FFCC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4000" b="1" dirty="0">
                <a:solidFill>
                  <a:srgbClr val="FFCC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Python</a:t>
            </a:r>
            <a:br>
              <a:rPr lang="en-US" sz="4000" b="1" dirty="0">
                <a:solidFill>
                  <a:srgbClr val="FFCC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br>
              <a:rPr lang="en-US" sz="4000" b="1" dirty="0">
                <a:solidFill>
                  <a:srgbClr val="FFCC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endParaRPr lang="en-US" sz="4000" b="1" dirty="0">
              <a:solidFill>
                <a:srgbClr val="FFCC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193115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B166F45-B532-47B5-BA6D-5899DB5CD9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00212" y="283267"/>
            <a:ext cx="8791575" cy="1042613"/>
          </a:xfrm>
        </p:spPr>
        <p:txBody>
          <a:bodyPr>
            <a:normAutofit fontScale="90000"/>
          </a:bodyPr>
          <a:lstStyle/>
          <a:p>
            <a:br>
              <a:rPr lang="pt-BR"/>
            </a:br>
            <a:endParaRPr lang="pt-BR"/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469C94E0-A41C-42E0-A099-99D45C6102B9}"/>
              </a:ext>
            </a:extLst>
          </p:cNvPr>
          <p:cNvSpPr txBox="1">
            <a:spLocks/>
          </p:cNvSpPr>
          <p:nvPr/>
        </p:nvSpPr>
        <p:spPr>
          <a:xfrm>
            <a:off x="1141413" y="618518"/>
            <a:ext cx="9905998" cy="82300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B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Contatos</a:t>
            </a:r>
          </a:p>
        </p:txBody>
      </p:sp>
      <p:pic>
        <p:nvPicPr>
          <p:cNvPr id="2050" name="Picture 2" descr="Resultado de imagem para linkedin">
            <a:extLst>
              <a:ext uri="{FF2B5EF4-FFF2-40B4-BE49-F238E27FC236}">
                <a16:creationId xmlns:a16="http://schemas.microsoft.com/office/drawing/2014/main" id="{3346A528-78C7-4C0B-9B63-11DD79BD5B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7900" y="3335744"/>
            <a:ext cx="720000" cy="7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F6F5EDE3-6AA8-465C-8D2E-0C051A1440EF}"/>
              </a:ext>
            </a:extLst>
          </p:cNvPr>
          <p:cNvSpPr txBox="1"/>
          <p:nvPr/>
        </p:nvSpPr>
        <p:spPr>
          <a:xfrm>
            <a:off x="3111500" y="2402044"/>
            <a:ext cx="47853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vitorioluis@gmail.com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1083FBF8-80A8-4D5E-B2E5-0E4CC4E4105A}"/>
              </a:ext>
            </a:extLst>
          </p:cNvPr>
          <p:cNvSpPr txBox="1"/>
          <p:nvPr/>
        </p:nvSpPr>
        <p:spPr>
          <a:xfrm>
            <a:off x="3111500" y="3373908"/>
            <a:ext cx="303157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vitorioluis</a:t>
            </a:r>
            <a:endParaRPr lang="pt-BR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DED3E320-B130-4B26-BCE2-9F743980E39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-12049"/>
          <a:stretch/>
        </p:blipFill>
        <p:spPr>
          <a:xfrm flipH="1">
            <a:off x="2247900" y="2324622"/>
            <a:ext cx="719999" cy="720000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1C642E87-DEEE-4A82-8E80-B787A341C4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47900" y="4411556"/>
            <a:ext cx="720000" cy="697752"/>
          </a:xfrm>
          <a:prstGeom prst="rect">
            <a:avLst/>
          </a:prstGeom>
        </p:spPr>
      </p:pic>
      <p:sp>
        <p:nvSpPr>
          <p:cNvPr id="14" name="CaixaDeTexto 13">
            <a:extLst>
              <a:ext uri="{FF2B5EF4-FFF2-40B4-BE49-F238E27FC236}">
                <a16:creationId xmlns:a16="http://schemas.microsoft.com/office/drawing/2014/main" id="{EBC51B9D-7197-41B4-9AA9-356721518BB9}"/>
              </a:ext>
            </a:extLst>
          </p:cNvPr>
          <p:cNvSpPr txBox="1"/>
          <p:nvPr/>
        </p:nvSpPr>
        <p:spPr>
          <a:xfrm>
            <a:off x="3111500" y="4449720"/>
            <a:ext cx="303157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vitorioluis</a:t>
            </a:r>
            <a:endParaRPr lang="pt-BR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12" name="Imagem 11" descr="Uma imagem contendo objeto&#10;&#10;Descrição gerada automaticamente">
            <a:extLst>
              <a:ext uri="{FF2B5EF4-FFF2-40B4-BE49-F238E27FC236}">
                <a16:creationId xmlns:a16="http://schemas.microsoft.com/office/drawing/2014/main" id="{38837CE7-466E-4B4F-9F48-C6317A72A66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65787" y="2304513"/>
            <a:ext cx="2893203" cy="28932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04937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o">
  <a:themeElements>
    <a:clrScheme name="Circuit">
      <a:dk1>
        <a:sysClr val="windowText" lastClr="000000"/>
      </a:dk1>
      <a:lt1>
        <a:sysClr val="window" lastClr="FFFFFF"/>
      </a:lt1>
      <a:dk2>
        <a:srgbClr val="252C36"/>
      </a:dk2>
      <a:lt2>
        <a:srgbClr val="7C96A3"/>
      </a:lt2>
      <a:accent1>
        <a:srgbClr val="4FD093"/>
      </a:accent1>
      <a:accent2>
        <a:srgbClr val="54BCDF"/>
      </a:accent2>
      <a:accent3>
        <a:srgbClr val="A262D0"/>
      </a:accent3>
      <a:accent4>
        <a:srgbClr val="D7537B"/>
      </a:accent4>
      <a:accent5>
        <a:srgbClr val="E78045"/>
      </a:accent5>
      <a:accent6>
        <a:srgbClr val="84C350"/>
      </a:accent6>
      <a:hlink>
        <a:srgbClr val="22FFFF"/>
      </a:hlink>
      <a:folHlink>
        <a:srgbClr val="9BF3FD"/>
      </a:folHlink>
    </a:clrScheme>
    <a:fontScheme name="Circuit">
      <a:majorFont>
        <a:latin typeface="Tw Cen M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4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4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  <a:hueMod val="106000"/>
                <a:satMod val="140000"/>
                <a:lumMod val="42000"/>
              </a:schemeClr>
              <a:schemeClr val="phClr">
                <a:tint val="98000"/>
                <a:hueMod val="92000"/>
                <a:satMod val="220000"/>
                <a:lumMod val="9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142578CA-DEC9-49C3-80AF-C113973CC9A9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533</TotalTime>
  <Words>363</Words>
  <Application>Microsoft Office PowerPoint</Application>
  <PresentationFormat>Widescreen</PresentationFormat>
  <Paragraphs>74</Paragraphs>
  <Slides>30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30</vt:i4>
      </vt:variant>
    </vt:vector>
  </HeadingPairs>
  <TitlesOfParts>
    <vt:vector size="34" baseType="lpstr">
      <vt:lpstr>Arial</vt:lpstr>
      <vt:lpstr>Calibri</vt:lpstr>
      <vt:lpstr>Tw Cen MT</vt:lpstr>
      <vt:lpstr>Circuito</vt:lpstr>
      <vt:lpstr>O que é Inteligência Artificial?</vt:lpstr>
      <vt:lpstr>O que é inteligência?</vt:lpstr>
      <vt:lpstr>Apresentação do PowerPoint</vt:lpstr>
      <vt:lpstr>E o que é inteligência artificial ?</vt:lpstr>
      <vt:lpstr>Definição Inteligência Artificial</vt:lpstr>
      <vt:lpstr>E o Big data, alguém já ouviu falar disso?</vt:lpstr>
      <vt:lpstr>Mas afinal o que É BIG DATA?</vt:lpstr>
      <vt:lpstr>Até o cinema já nos assustou com a I.A, é hora de ressignificar!</vt:lpstr>
      <vt:lpstr>Apresentação do PowerPoint</vt:lpstr>
      <vt:lpstr>E lá vem história…</vt:lpstr>
      <vt:lpstr>Apresentação do PowerPoint</vt:lpstr>
      <vt:lpstr>Apresentação do PowerPoint</vt:lpstr>
      <vt:lpstr>Apresentação do PowerPoint</vt:lpstr>
      <vt:lpstr>Apresentação do PowerPoint</vt:lpstr>
      <vt:lpstr>uso NO dia a dia</vt:lpstr>
      <vt:lpstr>Apresentação do PowerPoint</vt:lpstr>
      <vt:lpstr>Apresentação do PowerPoint</vt:lpstr>
      <vt:lpstr>Apresentação do PowerPoint</vt:lpstr>
      <vt:lpstr>Aplicações de Machine Learning</vt:lpstr>
      <vt:lpstr>Passos para aplicar I.A</vt:lpstr>
      <vt:lpstr>Passos de um projetos de Data Science</vt:lpstr>
      <vt:lpstr>Apresentação do PowerPoint</vt:lpstr>
      <vt:lpstr>Mas quem  desenvolve isso ? </vt:lpstr>
      <vt:lpstr>profissões do futuro ou será do presente!?</vt:lpstr>
      <vt:lpstr>Cientista de dados, esse é o cara!</vt:lpstr>
      <vt:lpstr>Apresentação do PowerPoint</vt:lpstr>
      <vt:lpstr>Termos utilizados na I.A</vt:lpstr>
      <vt:lpstr>Apresentação do PowerPoint</vt:lpstr>
      <vt:lpstr>Um modelo de Machine learning em Python  </vt:lpstr>
      <vt:lpstr>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 que é Inteligência Artificial e onde Python entra nisso ?</dc:title>
  <dc:creator>Luis Alberto Lemes Vitório</dc:creator>
  <cp:lastModifiedBy>Luis Vitorio</cp:lastModifiedBy>
  <cp:revision>31</cp:revision>
  <cp:lastPrinted>2021-02-10T13:14:42Z</cp:lastPrinted>
  <dcterms:created xsi:type="dcterms:W3CDTF">2019-09-20T12:57:54Z</dcterms:created>
  <dcterms:modified xsi:type="dcterms:W3CDTF">2026-05-25T20:30:14Z</dcterms:modified>
</cp:coreProperties>
</file>