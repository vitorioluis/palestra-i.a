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79" r:id="rId6"/>
    <p:sldId id="278" r:id="rId7"/>
    <p:sldId id="296" r:id="rId8"/>
    <p:sldId id="281" r:id="rId9"/>
    <p:sldId id="284" r:id="rId10"/>
    <p:sldId id="285" r:id="rId11"/>
    <p:sldId id="277" r:id="rId12"/>
    <p:sldId id="291" r:id="rId13"/>
    <p:sldId id="282" r:id="rId14"/>
    <p:sldId id="267" r:id="rId15"/>
    <p:sldId id="295" r:id="rId16"/>
    <p:sldId id="269" r:id="rId17"/>
    <p:sldId id="287" r:id="rId18"/>
    <p:sldId id="292" r:id="rId19"/>
    <p:sldId id="293" r:id="rId20"/>
    <p:sldId id="294" r:id="rId21"/>
    <p:sldId id="290" r:id="rId22"/>
    <p:sldId id="289" r:id="rId23"/>
    <p:sldId id="288" r:id="rId2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7" autoAdjust="0"/>
    <p:restoredTop sz="94660"/>
  </p:normalViewPr>
  <p:slideViewPr>
    <p:cSldViewPr>
      <p:cViewPr varScale="1">
        <p:scale>
          <a:sx n="64" d="100"/>
          <a:sy n="64" d="100"/>
        </p:scale>
        <p:origin x="556" y="36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7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3CC6D8-DEFC-45FD-8207-E1ECCC27EA85}" type="doc">
      <dgm:prSet loTypeId="urn:microsoft.com/office/officeart/2005/8/layout/lProcess1" loCatId="process" qsTypeId="urn:microsoft.com/office/officeart/2005/8/quickstyle/simple4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516A4DDC-76BD-494E-B503-625555CCBC4A}">
      <dgm:prSet phldrT="[Text]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rtlCol="0"/>
        <a:lstStyle/>
        <a:p>
          <a:pPr rtl="0"/>
          <a:r>
            <a:rPr lang="pt-BR" b="1" i="0" dirty="0"/>
            <a:t>Classificação</a:t>
          </a:r>
          <a:endParaRPr lang="en-US" b="1" dirty="0"/>
        </a:p>
      </dgm:t>
    </dgm:pt>
    <dgm:pt modelId="{133DE2D2-6278-469E-8A80-F71EA996A07A}" type="parTrans" cxnId="{7B595755-BE81-46A0-903D-004D1EF6EE33}">
      <dgm:prSet/>
      <dgm:spPr/>
      <dgm:t>
        <a:bodyPr rtlCol="0"/>
        <a:lstStyle/>
        <a:p>
          <a:pPr rtl="0"/>
          <a:endParaRPr lang="en-US"/>
        </a:p>
      </dgm:t>
    </dgm:pt>
    <dgm:pt modelId="{AE4D7DCA-0B66-4207-B896-C721B2CB4C13}" type="sibTrans" cxnId="{7B595755-BE81-46A0-903D-004D1EF6EE33}">
      <dgm:prSet/>
      <dgm:spPr/>
      <dgm:t>
        <a:bodyPr rtlCol="0"/>
        <a:lstStyle/>
        <a:p>
          <a:pPr rtl="0"/>
          <a:endParaRPr lang="en-US"/>
        </a:p>
      </dgm:t>
    </dgm:pt>
    <dgm:pt modelId="{41E3B52E-71B8-4BD0-B1ED-D051FFB12506}">
      <dgm:prSet phldrT="[Text]" custT="1"/>
      <dgm:spPr>
        <a:gradFill rotWithShape="0">
          <a:gsLst>
            <a:gs pos="0">
              <a:srgbClr val="92D05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26670" tIns="26670" rIns="26670" bIns="26670" numCol="1" spcCol="1270" rtlCol="0" anchor="ctr" anchorCtr="0"/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b="1" i="0" kern="1200" dirty="0">
              <a:solidFill>
                <a:prstClr val="white"/>
              </a:solidFill>
              <a:latin typeface="Candara"/>
              <a:ea typeface="+mn-ea"/>
              <a:cs typeface="+mn-cs"/>
            </a:rPr>
            <a:t>Regressão</a:t>
          </a:r>
          <a:endParaRPr lang="en-US" sz="3500" b="1" i="0" kern="1200" dirty="0">
            <a:solidFill>
              <a:prstClr val="white"/>
            </a:solidFill>
            <a:latin typeface="Candara"/>
            <a:ea typeface="+mn-ea"/>
            <a:cs typeface="+mn-cs"/>
          </a:endParaRPr>
        </a:p>
      </dgm:t>
    </dgm:pt>
    <dgm:pt modelId="{DA206B73-34B1-48E4-A513-9978853BF217}" type="parTrans" cxnId="{0F0D3551-AF94-422C-87FE-80E4E27CB025}">
      <dgm:prSet/>
      <dgm:spPr/>
      <dgm:t>
        <a:bodyPr rtlCol="0"/>
        <a:lstStyle/>
        <a:p>
          <a:pPr rtl="0"/>
          <a:endParaRPr lang="en-US"/>
        </a:p>
      </dgm:t>
    </dgm:pt>
    <dgm:pt modelId="{2436D701-8B79-4C2B-92A4-52BC1BA24775}" type="sibTrans" cxnId="{0F0D3551-AF94-422C-87FE-80E4E27CB025}">
      <dgm:prSet/>
      <dgm:spPr/>
      <dgm:t>
        <a:bodyPr rtlCol="0"/>
        <a:lstStyle/>
        <a:p>
          <a:pPr rtl="0"/>
          <a:endParaRPr lang="en-US"/>
        </a:p>
      </dgm:t>
    </dgm:pt>
    <dgm:pt modelId="{CD410504-9F7F-47AE-B46E-CE985680360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b="0" i="0" dirty="0"/>
            <a:t>SVN</a:t>
          </a:r>
          <a:endParaRPr lang="en-US" u="sng" dirty="0"/>
        </a:p>
      </dgm:t>
    </dgm:pt>
    <dgm:pt modelId="{995C4470-49EF-4BD9-B00A-AD612181AB58}" type="parTrans" cxnId="{6B045370-B4FF-427A-9929-461476AAE193}">
      <dgm:prSet/>
      <dgm:spPr/>
      <dgm:t>
        <a:bodyPr rtlCol="0"/>
        <a:lstStyle/>
        <a:p>
          <a:pPr rtl="0"/>
          <a:endParaRPr lang="en-US"/>
        </a:p>
      </dgm:t>
    </dgm:pt>
    <dgm:pt modelId="{2B847D36-6E88-4DD3-AABD-579C99426233}" type="sibTrans" cxnId="{6B045370-B4FF-427A-9929-461476AAE193}">
      <dgm:prSet/>
      <dgm:spPr/>
      <dgm:t>
        <a:bodyPr rtlCol="0"/>
        <a:lstStyle/>
        <a:p>
          <a:pPr rtl="0"/>
          <a:endParaRPr lang="en-US"/>
        </a:p>
      </dgm:t>
    </dgm:pt>
    <dgm:pt modelId="{C4FF5CFA-9CEF-4C34-984A-CC28F232798F}">
      <dgm:prSet phldrT="[Text]"/>
      <dgm:spPr/>
      <dgm:t>
        <a:bodyPr rtlCol="0"/>
        <a:lstStyle/>
        <a:p>
          <a:pPr rtl="0"/>
          <a:r>
            <a:rPr lang="pt-br" dirty="0" err="1"/>
            <a:t>Naive</a:t>
          </a:r>
          <a:r>
            <a:rPr lang="pt-br" dirty="0"/>
            <a:t> </a:t>
          </a:r>
          <a:r>
            <a:rPr lang="pt-br" dirty="0" err="1"/>
            <a:t>Bayes</a:t>
          </a:r>
          <a:endParaRPr lang="en-US" dirty="0"/>
        </a:p>
      </dgm:t>
    </dgm:pt>
    <dgm:pt modelId="{92813948-C227-4EB2-8530-43003E3CB375}" type="parTrans" cxnId="{710659EC-6706-425F-81BB-5F1E070F7D4D}">
      <dgm:prSet/>
      <dgm:spPr/>
      <dgm:t>
        <a:bodyPr rtlCol="0"/>
        <a:lstStyle/>
        <a:p>
          <a:pPr rtl="0"/>
          <a:endParaRPr lang="en-US"/>
        </a:p>
      </dgm:t>
    </dgm:pt>
    <dgm:pt modelId="{B551F8FA-E415-4EE1-BA68-D13E7D2E980B}" type="sibTrans" cxnId="{710659EC-6706-425F-81BB-5F1E070F7D4D}">
      <dgm:prSet/>
      <dgm:spPr/>
      <dgm:t>
        <a:bodyPr rtlCol="0"/>
        <a:lstStyle/>
        <a:p>
          <a:pPr rtl="0"/>
          <a:endParaRPr lang="en-US"/>
        </a:p>
      </dgm:t>
    </dgm:pt>
    <dgm:pt modelId="{5CBEC7DD-A25D-4956-9A65-6EA385F6FCB5}">
      <dgm:prSet phldrT="[Text]"/>
      <dgm:spPr/>
      <dgm:t>
        <a:bodyPr rtlCol="0"/>
        <a:lstStyle/>
        <a:p>
          <a:pPr rtl="0"/>
          <a:r>
            <a:rPr lang="pt-br" dirty="0"/>
            <a:t>Regressão Linear</a:t>
          </a:r>
          <a:endParaRPr lang="en-US" dirty="0"/>
        </a:p>
      </dgm:t>
    </dgm:pt>
    <dgm:pt modelId="{F342D04F-4D11-41CC-AB66-36041A902B44}" type="parTrans" cxnId="{0687A885-2354-4E9E-B313-4269283F0057}">
      <dgm:prSet/>
      <dgm:spPr/>
      <dgm:t>
        <a:bodyPr rtlCol="0"/>
        <a:lstStyle/>
        <a:p>
          <a:pPr rtl="0"/>
          <a:endParaRPr lang="en-US"/>
        </a:p>
      </dgm:t>
    </dgm:pt>
    <dgm:pt modelId="{BD0F67B1-39E4-45ED-9534-FB8F89E8EEF6}" type="sibTrans" cxnId="{0687A885-2354-4E9E-B313-4269283F0057}">
      <dgm:prSet/>
      <dgm:spPr/>
      <dgm:t>
        <a:bodyPr rtlCol="0"/>
        <a:lstStyle/>
        <a:p>
          <a:pPr rtl="0"/>
          <a:endParaRPr lang="en-US"/>
        </a:p>
      </dgm:t>
    </dgm:pt>
    <dgm:pt modelId="{33BF0E2A-2B00-40A5-832E-FC800DCA5982}">
      <dgm:prSet phldrT="[Text]"/>
      <dgm:spPr/>
      <dgm:t>
        <a:bodyPr rtlCol="0"/>
        <a:lstStyle/>
        <a:p>
          <a:pPr rtl="0"/>
          <a:r>
            <a:rPr lang="pt-br" dirty="0"/>
            <a:t>SVR(Kernel = “Linear”)</a:t>
          </a:r>
          <a:endParaRPr lang="en-US" dirty="0"/>
        </a:p>
      </dgm:t>
    </dgm:pt>
    <dgm:pt modelId="{F8C31ED9-A2C0-4A09-A419-0AE9A44BB8DF}" type="parTrans" cxnId="{B522739A-4DEE-43CF-9357-A84EF1EEE7ED}">
      <dgm:prSet/>
      <dgm:spPr/>
      <dgm:t>
        <a:bodyPr rtlCol="0"/>
        <a:lstStyle/>
        <a:p>
          <a:pPr rtl="0"/>
          <a:endParaRPr lang="en-US"/>
        </a:p>
      </dgm:t>
    </dgm:pt>
    <dgm:pt modelId="{E373698D-1356-47A7-A591-B72BFE77C3D1}" type="sibTrans" cxnId="{B522739A-4DEE-43CF-9357-A84EF1EEE7ED}">
      <dgm:prSet/>
      <dgm:spPr/>
      <dgm:t>
        <a:bodyPr rtlCol="0"/>
        <a:lstStyle/>
        <a:p>
          <a:pPr rtl="0"/>
          <a:endParaRPr lang="en-US"/>
        </a:p>
      </dgm:t>
    </dgm:pt>
    <dgm:pt modelId="{EA587102-578B-46F3-8D9E-CEC48527A898}">
      <dgm:prSet phldrT="[Text]" custT="1"/>
      <dgm:spPr>
        <a:gradFill rotWithShape="0">
          <a:gsLst>
            <a:gs pos="0">
              <a:srgbClr val="92D05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26670" tIns="26670" rIns="26670" bIns="26670" numCol="1" spcCol="1270" rtlCol="0" anchor="ctr" anchorCtr="0"/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b="1" i="0" kern="1200" dirty="0">
              <a:solidFill>
                <a:prstClr val="white"/>
              </a:solidFill>
              <a:latin typeface="Candara"/>
              <a:ea typeface="+mn-ea"/>
              <a:cs typeface="+mn-cs"/>
            </a:rPr>
            <a:t>Clusterização</a:t>
          </a:r>
          <a:endParaRPr lang="en-US" sz="3400" b="1" i="0" kern="1200" dirty="0">
            <a:solidFill>
              <a:prstClr val="white"/>
            </a:solidFill>
            <a:latin typeface="Candara"/>
            <a:ea typeface="+mn-ea"/>
            <a:cs typeface="+mn-cs"/>
          </a:endParaRPr>
        </a:p>
      </dgm:t>
    </dgm:pt>
    <dgm:pt modelId="{5B4D99EA-4A7D-4EFB-95FC-BCCF98693CA7}" type="parTrans" cxnId="{A7B8947C-EA6E-47DE-814B-A0994EFA8C28}">
      <dgm:prSet/>
      <dgm:spPr/>
      <dgm:t>
        <a:bodyPr rtlCol="0"/>
        <a:lstStyle/>
        <a:p>
          <a:pPr rtl="0"/>
          <a:endParaRPr lang="en-US"/>
        </a:p>
      </dgm:t>
    </dgm:pt>
    <dgm:pt modelId="{8D504E2C-8A70-4591-8ECD-4A886FADED33}" type="sibTrans" cxnId="{A7B8947C-EA6E-47DE-814B-A0994EFA8C28}">
      <dgm:prSet/>
      <dgm:spPr/>
      <dgm:t>
        <a:bodyPr rtlCol="0"/>
        <a:lstStyle/>
        <a:p>
          <a:pPr rtl="0"/>
          <a:endParaRPr lang="en-US"/>
        </a:p>
      </dgm:t>
    </dgm:pt>
    <dgm:pt modelId="{038F6A6A-232A-44A4-9628-ADFA8F068F81}">
      <dgm:prSet phldrT="[Text]"/>
      <dgm:spPr/>
      <dgm:t>
        <a:bodyPr rtlCol="0"/>
        <a:lstStyle/>
        <a:p>
          <a:pPr rtl="0"/>
          <a:r>
            <a:rPr lang="pt-br" dirty="0" err="1"/>
            <a:t>Kmeans</a:t>
          </a:r>
          <a:endParaRPr lang="en-US" dirty="0"/>
        </a:p>
      </dgm:t>
    </dgm:pt>
    <dgm:pt modelId="{403B4542-B2F8-496D-BBEA-3A684B1106F9}" type="parTrans" cxnId="{0DC50B81-769A-4AC7-8C73-8EF8D8334AA1}">
      <dgm:prSet/>
      <dgm:spPr/>
      <dgm:t>
        <a:bodyPr rtlCol="0"/>
        <a:lstStyle/>
        <a:p>
          <a:pPr rtl="0"/>
          <a:endParaRPr lang="en-US"/>
        </a:p>
      </dgm:t>
    </dgm:pt>
    <dgm:pt modelId="{ABE7D012-6867-48DA-AF76-FDB8ECBB944D}" type="sibTrans" cxnId="{0DC50B81-769A-4AC7-8C73-8EF8D8334AA1}">
      <dgm:prSet/>
      <dgm:spPr/>
      <dgm:t>
        <a:bodyPr rtlCol="0"/>
        <a:lstStyle/>
        <a:p>
          <a:pPr rtl="0"/>
          <a:endParaRPr lang="en-US"/>
        </a:p>
      </dgm:t>
    </dgm:pt>
    <dgm:pt modelId="{5CA89521-836B-470D-B51C-F8A4714D4EFF}">
      <dgm:prSet phldrT="[Text]" custT="1"/>
      <dgm:spPr>
        <a:gradFill rotWithShape="0">
          <a:gsLst>
            <a:gs pos="0">
              <a:srgbClr val="92D05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26670" tIns="26670" rIns="26670" bIns="26670" numCol="1" spcCol="1270" rtlCol="0" anchor="ctr" anchorCtr="0"/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 err="1">
              <a:solidFill>
                <a:prstClr val="white"/>
              </a:solidFill>
              <a:latin typeface="Candara"/>
              <a:ea typeface="+mn-ea"/>
              <a:cs typeface="+mn-cs"/>
            </a:rPr>
            <a:t>Redução</a:t>
          </a:r>
          <a:r>
            <a:rPr lang="en-US" sz="2600" b="1" i="0" kern="1200" dirty="0">
              <a:solidFill>
                <a:prstClr val="white"/>
              </a:solidFill>
              <a:latin typeface="Candara"/>
              <a:ea typeface="+mn-ea"/>
              <a:cs typeface="+mn-cs"/>
            </a:rPr>
            <a:t> </a:t>
          </a:r>
          <a:r>
            <a:rPr lang="en-US" sz="2600" b="1" i="0" kern="1200" dirty="0" err="1">
              <a:solidFill>
                <a:prstClr val="white"/>
              </a:solidFill>
              <a:latin typeface="Candara"/>
              <a:ea typeface="+mn-ea"/>
              <a:cs typeface="+mn-cs"/>
            </a:rPr>
            <a:t>Dimencional</a:t>
          </a:r>
          <a:endParaRPr lang="en-US" sz="2600" b="1" i="0" kern="1200" dirty="0">
            <a:solidFill>
              <a:prstClr val="white"/>
            </a:solidFill>
            <a:latin typeface="Candara"/>
            <a:ea typeface="+mn-ea"/>
            <a:cs typeface="+mn-cs"/>
          </a:endParaRPr>
        </a:p>
      </dgm:t>
    </dgm:pt>
    <dgm:pt modelId="{D7F37AAF-020D-463D-9735-A1336884A6AE}" type="parTrans" cxnId="{6D853954-67EB-442C-9F5A-866B9247A562}">
      <dgm:prSet/>
      <dgm:spPr/>
      <dgm:t>
        <a:bodyPr rtlCol="0"/>
        <a:lstStyle/>
        <a:p>
          <a:pPr rtl="0"/>
          <a:endParaRPr lang="en-US"/>
        </a:p>
      </dgm:t>
    </dgm:pt>
    <dgm:pt modelId="{C27250CA-FF59-4A03-8472-477331DB98EB}" type="sibTrans" cxnId="{6D853954-67EB-442C-9F5A-866B9247A562}">
      <dgm:prSet/>
      <dgm:spPr/>
      <dgm:t>
        <a:bodyPr rtlCol="0"/>
        <a:lstStyle/>
        <a:p>
          <a:pPr rtl="0"/>
          <a:endParaRPr lang="en-US"/>
        </a:p>
      </dgm:t>
    </dgm:pt>
    <dgm:pt modelId="{63746B76-9534-4F4F-B65B-B8A9AACC03F9}">
      <dgm:prSet phldrT="[Text]"/>
      <dgm:spPr/>
      <dgm:t>
        <a:bodyPr rtlCol="0"/>
        <a:lstStyle/>
        <a:p>
          <a:pPr rtl="0"/>
          <a:r>
            <a:rPr lang="pt-br" dirty="0"/>
            <a:t>PCA</a:t>
          </a:r>
          <a:endParaRPr lang="en-US" dirty="0"/>
        </a:p>
      </dgm:t>
    </dgm:pt>
    <dgm:pt modelId="{525F31A2-90BB-4E18-B1F5-10D38B8099D9}" type="parTrans" cxnId="{36634D94-C210-4DDC-A75A-FBCAAFC75039}">
      <dgm:prSet/>
      <dgm:spPr/>
      <dgm:t>
        <a:bodyPr rtlCol="0"/>
        <a:lstStyle/>
        <a:p>
          <a:pPr rtl="0"/>
          <a:endParaRPr lang="en-US"/>
        </a:p>
      </dgm:t>
    </dgm:pt>
    <dgm:pt modelId="{A9C1E709-4F9E-4AAB-BB7C-51A08921302E}" type="sibTrans" cxnId="{36634D94-C210-4DDC-A75A-FBCAAFC75039}">
      <dgm:prSet/>
      <dgm:spPr/>
      <dgm:t>
        <a:bodyPr rtlCol="0"/>
        <a:lstStyle/>
        <a:p>
          <a:pPr rtl="0"/>
          <a:endParaRPr lang="en-US"/>
        </a:p>
      </dgm:t>
    </dgm:pt>
    <dgm:pt modelId="{CE4817F9-6ACE-42F7-AA22-645BC9F000D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u="sng" dirty="0"/>
            <a:t>KNN</a:t>
          </a:r>
        </a:p>
      </dgm:t>
    </dgm:pt>
    <dgm:pt modelId="{3277044C-FADF-4F45-9504-E15C4D8B596D}" type="parTrans" cxnId="{1C26013C-86B3-4B69-A2CE-D40E894DA0E4}">
      <dgm:prSet/>
      <dgm:spPr/>
      <dgm:t>
        <a:bodyPr/>
        <a:lstStyle/>
        <a:p>
          <a:endParaRPr lang="pt-BR"/>
        </a:p>
      </dgm:t>
    </dgm:pt>
    <dgm:pt modelId="{BC7FF2B7-E7A0-4C6A-8AB1-9FA03645085E}" type="sibTrans" cxnId="{1C26013C-86B3-4B69-A2CE-D40E894DA0E4}">
      <dgm:prSet/>
      <dgm:spPr/>
      <dgm:t>
        <a:bodyPr/>
        <a:lstStyle/>
        <a:p>
          <a:endParaRPr lang="pt-BR"/>
        </a:p>
      </dgm:t>
    </dgm:pt>
    <dgm:pt modelId="{494AFCA5-BDAC-416A-A393-E45F611F3891}">
      <dgm:prSet phldrT="[Text]"/>
      <dgm:spPr/>
      <dgm:t>
        <a:bodyPr/>
        <a:lstStyle/>
        <a:p>
          <a:r>
            <a:rPr lang="pt-BR"/>
            <a:t>Regressão Logística</a:t>
          </a:r>
          <a:endParaRPr lang="en-US" dirty="0"/>
        </a:p>
      </dgm:t>
    </dgm:pt>
    <dgm:pt modelId="{27C4C29D-8549-407D-8013-540110297D36}" type="parTrans" cxnId="{FC646210-AEE0-4479-AB65-6FA0A44DA5FF}">
      <dgm:prSet/>
      <dgm:spPr/>
      <dgm:t>
        <a:bodyPr/>
        <a:lstStyle/>
        <a:p>
          <a:endParaRPr lang="pt-BR"/>
        </a:p>
      </dgm:t>
    </dgm:pt>
    <dgm:pt modelId="{989A1DB0-E110-4CB1-BCF7-882F7F6D5515}" type="sibTrans" cxnId="{FC646210-AEE0-4479-AB65-6FA0A44DA5FF}">
      <dgm:prSet/>
      <dgm:spPr/>
      <dgm:t>
        <a:bodyPr/>
        <a:lstStyle/>
        <a:p>
          <a:endParaRPr lang="pt-BR"/>
        </a:p>
      </dgm:t>
    </dgm:pt>
    <dgm:pt modelId="{22D8E0AF-322E-4A8E-BC3C-6E9E9A51F58F}" type="pres">
      <dgm:prSet presAssocID="{C53CC6D8-DEFC-45FD-8207-E1ECCC27EA85}" presName="Name0" presStyleCnt="0">
        <dgm:presLayoutVars>
          <dgm:dir/>
          <dgm:animLvl val="lvl"/>
          <dgm:resizeHandles val="exact"/>
        </dgm:presLayoutVars>
      </dgm:prSet>
      <dgm:spPr/>
    </dgm:pt>
    <dgm:pt modelId="{B1443ED3-5E34-456D-8CD9-88B600EDA95F}" type="pres">
      <dgm:prSet presAssocID="{516A4DDC-76BD-494E-B503-625555CCBC4A}" presName="vertFlow" presStyleCnt="0"/>
      <dgm:spPr/>
    </dgm:pt>
    <dgm:pt modelId="{9BBCF6CE-E750-48B6-B333-305BBB100737}" type="pres">
      <dgm:prSet presAssocID="{516A4DDC-76BD-494E-B503-625555CCBC4A}" presName="header" presStyleLbl="node1" presStyleIdx="0" presStyleCnt="4"/>
      <dgm:spPr/>
    </dgm:pt>
    <dgm:pt modelId="{1B1F80F4-E9A5-4A99-A630-6548067B7CB5}" type="pres">
      <dgm:prSet presAssocID="{995C4470-49EF-4BD9-B00A-AD612181AB58}" presName="parTrans" presStyleLbl="sibTrans2D1" presStyleIdx="0" presStyleCnt="8"/>
      <dgm:spPr/>
    </dgm:pt>
    <dgm:pt modelId="{85447532-8740-4202-B6A5-AE63748B9291}" type="pres">
      <dgm:prSet presAssocID="{CD410504-9F7F-47AE-B46E-CE985680360F}" presName="child" presStyleLbl="alignAccFollowNode1" presStyleIdx="0" presStyleCnt="8">
        <dgm:presLayoutVars>
          <dgm:chMax val="0"/>
          <dgm:bulletEnabled val="1"/>
        </dgm:presLayoutVars>
      </dgm:prSet>
      <dgm:spPr/>
    </dgm:pt>
    <dgm:pt modelId="{7CAEA63C-96B5-40D4-900F-409598FDB0C1}" type="pres">
      <dgm:prSet presAssocID="{2B847D36-6E88-4DD3-AABD-579C99426233}" presName="sibTrans" presStyleLbl="sibTrans2D1" presStyleIdx="1" presStyleCnt="8"/>
      <dgm:spPr/>
    </dgm:pt>
    <dgm:pt modelId="{7BBC8708-0579-4556-ACE5-BDF96E1BE097}" type="pres">
      <dgm:prSet presAssocID="{CE4817F9-6ACE-42F7-AA22-645BC9F000D4}" presName="child" presStyleLbl="alignAccFollowNode1" presStyleIdx="1" presStyleCnt="8">
        <dgm:presLayoutVars>
          <dgm:chMax val="0"/>
          <dgm:bulletEnabled val="1"/>
        </dgm:presLayoutVars>
      </dgm:prSet>
      <dgm:spPr/>
    </dgm:pt>
    <dgm:pt modelId="{EFB64180-78F1-4871-9F79-48F6743CFD91}" type="pres">
      <dgm:prSet presAssocID="{BC7FF2B7-E7A0-4C6A-8AB1-9FA03645085E}" presName="sibTrans" presStyleLbl="sibTrans2D1" presStyleIdx="2" presStyleCnt="8"/>
      <dgm:spPr/>
    </dgm:pt>
    <dgm:pt modelId="{459BBFF8-CE50-41AE-9B5E-F6026BBE4F45}" type="pres">
      <dgm:prSet presAssocID="{C4FF5CFA-9CEF-4C34-984A-CC28F232798F}" presName="child" presStyleLbl="alignAccFollowNode1" presStyleIdx="2" presStyleCnt="8">
        <dgm:presLayoutVars>
          <dgm:chMax val="0"/>
          <dgm:bulletEnabled val="1"/>
        </dgm:presLayoutVars>
      </dgm:prSet>
      <dgm:spPr/>
    </dgm:pt>
    <dgm:pt modelId="{8F2F3A22-7A2A-4EE4-9C5B-70F6E89B9064}" type="pres">
      <dgm:prSet presAssocID="{516A4DDC-76BD-494E-B503-625555CCBC4A}" presName="hSp" presStyleCnt="0"/>
      <dgm:spPr/>
    </dgm:pt>
    <dgm:pt modelId="{734C3A16-72FA-42CA-BF15-F44513245016}" type="pres">
      <dgm:prSet presAssocID="{41E3B52E-71B8-4BD0-B1ED-D051FFB12506}" presName="vertFlow" presStyleCnt="0"/>
      <dgm:spPr/>
    </dgm:pt>
    <dgm:pt modelId="{09ADE9CE-20B7-4A4E-BED6-D56E4ED1D855}" type="pres">
      <dgm:prSet presAssocID="{41E3B52E-71B8-4BD0-B1ED-D051FFB12506}" presName="header" presStyleLbl="node1" presStyleIdx="1" presStyleCnt="4"/>
      <dgm:spPr>
        <a:xfrm>
          <a:off x="2972670" y="839504"/>
          <a:ext cx="2605578" cy="651394"/>
        </a:xfrm>
        <a:prstGeom prst="roundRect">
          <a:avLst>
            <a:gd name="adj" fmla="val 10000"/>
          </a:avLst>
        </a:prstGeom>
      </dgm:spPr>
    </dgm:pt>
    <dgm:pt modelId="{C8CE6287-76AA-46C4-B478-0F9183DE6118}" type="pres">
      <dgm:prSet presAssocID="{F342D04F-4D11-41CC-AB66-36041A902B44}" presName="parTrans" presStyleLbl="sibTrans2D1" presStyleIdx="3" presStyleCnt="8"/>
      <dgm:spPr/>
    </dgm:pt>
    <dgm:pt modelId="{F7AA6D3E-BCE0-4C06-B101-080DA85DCB01}" type="pres">
      <dgm:prSet presAssocID="{5CBEC7DD-A25D-4956-9A65-6EA385F6FCB5}" presName="child" presStyleLbl="alignAccFollowNode1" presStyleIdx="3" presStyleCnt="8">
        <dgm:presLayoutVars>
          <dgm:chMax val="0"/>
          <dgm:bulletEnabled val="1"/>
        </dgm:presLayoutVars>
      </dgm:prSet>
      <dgm:spPr/>
    </dgm:pt>
    <dgm:pt modelId="{DDA5CBC7-AA05-481A-A03A-3964C1BBBB5A}" type="pres">
      <dgm:prSet presAssocID="{BD0F67B1-39E4-45ED-9534-FB8F89E8EEF6}" presName="sibTrans" presStyleLbl="sibTrans2D1" presStyleIdx="4" presStyleCnt="8"/>
      <dgm:spPr/>
    </dgm:pt>
    <dgm:pt modelId="{73DBFA1A-3823-4209-9CD6-DBDD456F39FB}" type="pres">
      <dgm:prSet presAssocID="{33BF0E2A-2B00-40A5-832E-FC800DCA5982}" presName="child" presStyleLbl="alignAccFollowNode1" presStyleIdx="4" presStyleCnt="8">
        <dgm:presLayoutVars>
          <dgm:chMax val="0"/>
          <dgm:bulletEnabled val="1"/>
        </dgm:presLayoutVars>
      </dgm:prSet>
      <dgm:spPr/>
    </dgm:pt>
    <dgm:pt modelId="{6E8D013E-443D-4B1D-847A-84EE008E728C}" type="pres">
      <dgm:prSet presAssocID="{E373698D-1356-47A7-A591-B72BFE77C3D1}" presName="sibTrans" presStyleLbl="sibTrans2D1" presStyleIdx="5" presStyleCnt="8"/>
      <dgm:spPr/>
    </dgm:pt>
    <dgm:pt modelId="{E0465306-1278-4C98-B543-93094E97E88B}" type="pres">
      <dgm:prSet presAssocID="{494AFCA5-BDAC-416A-A393-E45F611F3891}" presName="child" presStyleLbl="alignAccFollowNode1" presStyleIdx="5" presStyleCnt="8">
        <dgm:presLayoutVars>
          <dgm:chMax val="0"/>
          <dgm:bulletEnabled val="1"/>
        </dgm:presLayoutVars>
      </dgm:prSet>
      <dgm:spPr/>
    </dgm:pt>
    <dgm:pt modelId="{D5E79C7E-BA4F-41B5-AEAD-7D11CABDB66C}" type="pres">
      <dgm:prSet presAssocID="{41E3B52E-71B8-4BD0-B1ED-D051FFB12506}" presName="hSp" presStyleCnt="0"/>
      <dgm:spPr/>
    </dgm:pt>
    <dgm:pt modelId="{96EC6E5F-616C-4A0E-8B47-23C2DB360B15}" type="pres">
      <dgm:prSet presAssocID="{EA587102-578B-46F3-8D9E-CEC48527A898}" presName="vertFlow" presStyleCnt="0"/>
      <dgm:spPr/>
    </dgm:pt>
    <dgm:pt modelId="{67971461-EE07-4B5E-A0C3-A166C6559682}" type="pres">
      <dgm:prSet presAssocID="{EA587102-578B-46F3-8D9E-CEC48527A898}" presName="header" presStyleLbl="node1" presStyleIdx="2" presStyleCnt="4"/>
      <dgm:spPr>
        <a:xfrm>
          <a:off x="5943030" y="839504"/>
          <a:ext cx="2605578" cy="651394"/>
        </a:xfrm>
        <a:prstGeom prst="roundRect">
          <a:avLst>
            <a:gd name="adj" fmla="val 10000"/>
          </a:avLst>
        </a:prstGeom>
      </dgm:spPr>
    </dgm:pt>
    <dgm:pt modelId="{BF9CEF10-4726-4D20-AC2F-85DE706D0D00}" type="pres">
      <dgm:prSet presAssocID="{403B4542-B2F8-496D-BBEA-3A684B1106F9}" presName="parTrans" presStyleLbl="sibTrans2D1" presStyleIdx="6" presStyleCnt="8"/>
      <dgm:spPr/>
    </dgm:pt>
    <dgm:pt modelId="{C1386769-D313-4B62-9BE9-A84DD636105E}" type="pres">
      <dgm:prSet presAssocID="{038F6A6A-232A-44A4-9628-ADFA8F068F81}" presName="child" presStyleLbl="alignAccFollowNode1" presStyleIdx="6" presStyleCnt="8">
        <dgm:presLayoutVars>
          <dgm:chMax val="0"/>
          <dgm:bulletEnabled val="1"/>
        </dgm:presLayoutVars>
      </dgm:prSet>
      <dgm:spPr/>
    </dgm:pt>
    <dgm:pt modelId="{AEFF52EA-2D4D-4AD3-9F53-6B25191BD163}" type="pres">
      <dgm:prSet presAssocID="{EA587102-578B-46F3-8D9E-CEC48527A898}" presName="hSp" presStyleCnt="0"/>
      <dgm:spPr/>
    </dgm:pt>
    <dgm:pt modelId="{C057A87B-CF77-43C5-95EA-FF69715D34A3}" type="pres">
      <dgm:prSet presAssocID="{5CA89521-836B-470D-B51C-F8A4714D4EFF}" presName="vertFlow" presStyleCnt="0"/>
      <dgm:spPr/>
    </dgm:pt>
    <dgm:pt modelId="{DA50ACFD-2722-4D29-B376-5CF3C8F3EB41}" type="pres">
      <dgm:prSet presAssocID="{5CA89521-836B-470D-B51C-F8A4714D4EFF}" presName="header" presStyleLbl="node1" presStyleIdx="3" presStyleCnt="4"/>
      <dgm:spPr>
        <a:xfrm>
          <a:off x="8913390" y="839504"/>
          <a:ext cx="2605578" cy="651394"/>
        </a:xfrm>
        <a:prstGeom prst="roundRect">
          <a:avLst>
            <a:gd name="adj" fmla="val 10000"/>
          </a:avLst>
        </a:prstGeom>
      </dgm:spPr>
    </dgm:pt>
    <dgm:pt modelId="{E31C91BC-3A8F-4AC7-8DBF-330AFF31351C}" type="pres">
      <dgm:prSet presAssocID="{525F31A2-90BB-4E18-B1F5-10D38B8099D9}" presName="parTrans" presStyleLbl="sibTrans2D1" presStyleIdx="7" presStyleCnt="8"/>
      <dgm:spPr/>
    </dgm:pt>
    <dgm:pt modelId="{AC28A259-E8AB-491C-9FF1-41516FA5BC71}" type="pres">
      <dgm:prSet presAssocID="{63746B76-9534-4F4F-B65B-B8A9AACC03F9}" presName="child" presStyleLbl="alignAccFollowNode1" presStyleIdx="7" presStyleCnt="8">
        <dgm:presLayoutVars>
          <dgm:chMax val="0"/>
          <dgm:bulletEnabled val="1"/>
        </dgm:presLayoutVars>
      </dgm:prSet>
      <dgm:spPr/>
    </dgm:pt>
  </dgm:ptLst>
  <dgm:cxnLst>
    <dgm:cxn modelId="{F0586601-9ACD-4FBD-BD5A-48D73FF14301}" type="presOf" srcId="{516A4DDC-76BD-494E-B503-625555CCBC4A}" destId="{9BBCF6CE-E750-48B6-B333-305BBB100737}" srcOrd="0" destOrd="0" presId="urn:microsoft.com/office/officeart/2005/8/layout/lProcess1"/>
    <dgm:cxn modelId="{25B66A08-E57F-429F-A076-5691EC284D95}" type="presOf" srcId="{33BF0E2A-2B00-40A5-832E-FC800DCA5982}" destId="{73DBFA1A-3823-4209-9CD6-DBDD456F39FB}" srcOrd="0" destOrd="0" presId="urn:microsoft.com/office/officeart/2005/8/layout/lProcess1"/>
    <dgm:cxn modelId="{FC646210-AEE0-4479-AB65-6FA0A44DA5FF}" srcId="{41E3B52E-71B8-4BD0-B1ED-D051FFB12506}" destId="{494AFCA5-BDAC-416A-A393-E45F611F3891}" srcOrd="2" destOrd="0" parTransId="{27C4C29D-8549-407D-8013-540110297D36}" sibTransId="{989A1DB0-E110-4CB1-BCF7-882F7F6D5515}"/>
    <dgm:cxn modelId="{5CCCE412-909A-4E7F-8EB9-3EF4710489AB}" type="presOf" srcId="{BC7FF2B7-E7A0-4C6A-8AB1-9FA03645085E}" destId="{EFB64180-78F1-4871-9F79-48F6743CFD91}" srcOrd="0" destOrd="0" presId="urn:microsoft.com/office/officeart/2005/8/layout/lProcess1"/>
    <dgm:cxn modelId="{3EF97A2F-4200-46E4-86EB-19980AD436FE}" type="presOf" srcId="{CD410504-9F7F-47AE-B46E-CE985680360F}" destId="{85447532-8740-4202-B6A5-AE63748B9291}" srcOrd="0" destOrd="0" presId="urn:microsoft.com/office/officeart/2005/8/layout/lProcess1"/>
    <dgm:cxn modelId="{1C26013C-86B3-4B69-A2CE-D40E894DA0E4}" srcId="{516A4DDC-76BD-494E-B503-625555CCBC4A}" destId="{CE4817F9-6ACE-42F7-AA22-645BC9F000D4}" srcOrd="1" destOrd="0" parTransId="{3277044C-FADF-4F45-9504-E15C4D8B596D}" sibTransId="{BC7FF2B7-E7A0-4C6A-8AB1-9FA03645085E}"/>
    <dgm:cxn modelId="{22FA6F42-0F30-4586-A595-7483840D4CD3}" type="presOf" srcId="{494AFCA5-BDAC-416A-A393-E45F611F3891}" destId="{E0465306-1278-4C98-B543-93094E97E88B}" srcOrd="0" destOrd="0" presId="urn:microsoft.com/office/officeart/2005/8/layout/lProcess1"/>
    <dgm:cxn modelId="{CAEA814D-FE9C-4BD3-8623-87D2E421CDED}" type="presOf" srcId="{525F31A2-90BB-4E18-B1F5-10D38B8099D9}" destId="{E31C91BC-3A8F-4AC7-8DBF-330AFF31351C}" srcOrd="0" destOrd="0" presId="urn:microsoft.com/office/officeart/2005/8/layout/lProcess1"/>
    <dgm:cxn modelId="{6B045370-B4FF-427A-9929-461476AAE193}" srcId="{516A4DDC-76BD-494E-B503-625555CCBC4A}" destId="{CD410504-9F7F-47AE-B46E-CE985680360F}" srcOrd="0" destOrd="0" parTransId="{995C4470-49EF-4BD9-B00A-AD612181AB58}" sibTransId="{2B847D36-6E88-4DD3-AABD-579C99426233}"/>
    <dgm:cxn modelId="{0F0D3551-AF94-422C-87FE-80E4E27CB025}" srcId="{C53CC6D8-DEFC-45FD-8207-E1ECCC27EA85}" destId="{41E3B52E-71B8-4BD0-B1ED-D051FFB12506}" srcOrd="1" destOrd="0" parTransId="{DA206B73-34B1-48E4-A513-9978853BF217}" sibTransId="{2436D701-8B79-4C2B-92A4-52BC1BA24775}"/>
    <dgm:cxn modelId="{73058351-9FAC-4F4F-A5FB-FC365EDF9D02}" type="presOf" srcId="{C53CC6D8-DEFC-45FD-8207-E1ECCC27EA85}" destId="{22D8E0AF-322E-4A8E-BC3C-6E9E9A51F58F}" srcOrd="0" destOrd="0" presId="urn:microsoft.com/office/officeart/2005/8/layout/lProcess1"/>
    <dgm:cxn modelId="{6D853954-67EB-442C-9F5A-866B9247A562}" srcId="{C53CC6D8-DEFC-45FD-8207-E1ECCC27EA85}" destId="{5CA89521-836B-470D-B51C-F8A4714D4EFF}" srcOrd="3" destOrd="0" parTransId="{D7F37AAF-020D-463D-9735-A1336884A6AE}" sibTransId="{C27250CA-FF59-4A03-8472-477331DB98EB}"/>
    <dgm:cxn modelId="{D2430375-0F29-4591-AAE4-CB3B30C4B793}" type="presOf" srcId="{EA587102-578B-46F3-8D9E-CEC48527A898}" destId="{67971461-EE07-4B5E-A0C3-A166C6559682}" srcOrd="0" destOrd="0" presId="urn:microsoft.com/office/officeart/2005/8/layout/lProcess1"/>
    <dgm:cxn modelId="{7B595755-BE81-46A0-903D-004D1EF6EE33}" srcId="{C53CC6D8-DEFC-45FD-8207-E1ECCC27EA85}" destId="{516A4DDC-76BD-494E-B503-625555CCBC4A}" srcOrd="0" destOrd="0" parTransId="{133DE2D2-6278-469E-8A80-F71EA996A07A}" sibTransId="{AE4D7DCA-0B66-4207-B896-C721B2CB4C13}"/>
    <dgm:cxn modelId="{02CF335A-7F5B-4FFE-98CF-569BCD27A689}" type="presOf" srcId="{E373698D-1356-47A7-A591-B72BFE77C3D1}" destId="{6E8D013E-443D-4B1D-847A-84EE008E728C}" srcOrd="0" destOrd="0" presId="urn:microsoft.com/office/officeart/2005/8/layout/lProcess1"/>
    <dgm:cxn modelId="{A7B8947C-EA6E-47DE-814B-A0994EFA8C28}" srcId="{C53CC6D8-DEFC-45FD-8207-E1ECCC27EA85}" destId="{EA587102-578B-46F3-8D9E-CEC48527A898}" srcOrd="2" destOrd="0" parTransId="{5B4D99EA-4A7D-4EFB-95FC-BCCF98693CA7}" sibTransId="{8D504E2C-8A70-4591-8ECD-4A886FADED33}"/>
    <dgm:cxn modelId="{783EC27D-43C4-4BEC-BC29-8557392D5074}" type="presOf" srcId="{CE4817F9-6ACE-42F7-AA22-645BC9F000D4}" destId="{7BBC8708-0579-4556-ACE5-BDF96E1BE097}" srcOrd="0" destOrd="0" presId="urn:microsoft.com/office/officeart/2005/8/layout/lProcess1"/>
    <dgm:cxn modelId="{E26EF37D-CA6A-40E6-84D5-4EA9B936B567}" type="presOf" srcId="{5CA89521-836B-470D-B51C-F8A4714D4EFF}" destId="{DA50ACFD-2722-4D29-B376-5CF3C8F3EB41}" srcOrd="0" destOrd="0" presId="urn:microsoft.com/office/officeart/2005/8/layout/lProcess1"/>
    <dgm:cxn modelId="{0DC50B81-769A-4AC7-8C73-8EF8D8334AA1}" srcId="{EA587102-578B-46F3-8D9E-CEC48527A898}" destId="{038F6A6A-232A-44A4-9628-ADFA8F068F81}" srcOrd="0" destOrd="0" parTransId="{403B4542-B2F8-496D-BBEA-3A684B1106F9}" sibTransId="{ABE7D012-6867-48DA-AF76-FDB8ECBB944D}"/>
    <dgm:cxn modelId="{0687A885-2354-4E9E-B313-4269283F0057}" srcId="{41E3B52E-71B8-4BD0-B1ED-D051FFB12506}" destId="{5CBEC7DD-A25D-4956-9A65-6EA385F6FCB5}" srcOrd="0" destOrd="0" parTransId="{F342D04F-4D11-41CC-AB66-36041A902B44}" sibTransId="{BD0F67B1-39E4-45ED-9534-FB8F89E8EEF6}"/>
    <dgm:cxn modelId="{20E91086-4757-4CF3-9C35-102C5A4D0079}" type="presOf" srcId="{403B4542-B2F8-496D-BBEA-3A684B1106F9}" destId="{BF9CEF10-4726-4D20-AC2F-85DE706D0D00}" srcOrd="0" destOrd="0" presId="urn:microsoft.com/office/officeart/2005/8/layout/lProcess1"/>
    <dgm:cxn modelId="{9C706988-580C-4829-94E8-BE4491FF0228}" type="presOf" srcId="{995C4470-49EF-4BD9-B00A-AD612181AB58}" destId="{1B1F80F4-E9A5-4A99-A630-6548067B7CB5}" srcOrd="0" destOrd="0" presId="urn:microsoft.com/office/officeart/2005/8/layout/lProcess1"/>
    <dgm:cxn modelId="{F6742589-989F-4466-ABD8-B9A53946EFA3}" type="presOf" srcId="{038F6A6A-232A-44A4-9628-ADFA8F068F81}" destId="{C1386769-D313-4B62-9BE9-A84DD636105E}" srcOrd="0" destOrd="0" presId="urn:microsoft.com/office/officeart/2005/8/layout/lProcess1"/>
    <dgm:cxn modelId="{5F55A28B-96EB-4565-9919-9E4BDE07F610}" type="presOf" srcId="{F342D04F-4D11-41CC-AB66-36041A902B44}" destId="{C8CE6287-76AA-46C4-B478-0F9183DE6118}" srcOrd="0" destOrd="0" presId="urn:microsoft.com/office/officeart/2005/8/layout/lProcess1"/>
    <dgm:cxn modelId="{36634D94-C210-4DDC-A75A-FBCAAFC75039}" srcId="{5CA89521-836B-470D-B51C-F8A4714D4EFF}" destId="{63746B76-9534-4F4F-B65B-B8A9AACC03F9}" srcOrd="0" destOrd="0" parTransId="{525F31A2-90BB-4E18-B1F5-10D38B8099D9}" sibTransId="{A9C1E709-4F9E-4AAB-BB7C-51A08921302E}"/>
    <dgm:cxn modelId="{AC32EC95-E874-4C4E-AF61-58E99EE59A51}" type="presOf" srcId="{C4FF5CFA-9CEF-4C34-984A-CC28F232798F}" destId="{459BBFF8-CE50-41AE-9B5E-F6026BBE4F45}" srcOrd="0" destOrd="0" presId="urn:microsoft.com/office/officeart/2005/8/layout/lProcess1"/>
    <dgm:cxn modelId="{B522739A-4DEE-43CF-9357-A84EF1EEE7ED}" srcId="{41E3B52E-71B8-4BD0-B1ED-D051FFB12506}" destId="{33BF0E2A-2B00-40A5-832E-FC800DCA5982}" srcOrd="1" destOrd="0" parTransId="{F8C31ED9-A2C0-4A09-A419-0AE9A44BB8DF}" sibTransId="{E373698D-1356-47A7-A591-B72BFE77C3D1}"/>
    <dgm:cxn modelId="{AEAE8CB6-1B26-4996-A549-ADEFF4BF9B7B}" type="presOf" srcId="{41E3B52E-71B8-4BD0-B1ED-D051FFB12506}" destId="{09ADE9CE-20B7-4A4E-BED6-D56E4ED1D855}" srcOrd="0" destOrd="0" presId="urn:microsoft.com/office/officeart/2005/8/layout/lProcess1"/>
    <dgm:cxn modelId="{541426C5-B997-49AC-A1CD-ABBC86A85301}" type="presOf" srcId="{BD0F67B1-39E4-45ED-9534-FB8F89E8EEF6}" destId="{DDA5CBC7-AA05-481A-A03A-3964C1BBBB5A}" srcOrd="0" destOrd="0" presId="urn:microsoft.com/office/officeart/2005/8/layout/lProcess1"/>
    <dgm:cxn modelId="{710659EC-6706-425F-81BB-5F1E070F7D4D}" srcId="{516A4DDC-76BD-494E-B503-625555CCBC4A}" destId="{C4FF5CFA-9CEF-4C34-984A-CC28F232798F}" srcOrd="2" destOrd="0" parTransId="{92813948-C227-4EB2-8530-43003E3CB375}" sibTransId="{B551F8FA-E415-4EE1-BA68-D13E7D2E980B}"/>
    <dgm:cxn modelId="{0FF6D2F7-E787-4B57-911C-090AA0CBD9AA}" type="presOf" srcId="{63746B76-9534-4F4F-B65B-B8A9AACC03F9}" destId="{AC28A259-E8AB-491C-9FF1-41516FA5BC71}" srcOrd="0" destOrd="0" presId="urn:microsoft.com/office/officeart/2005/8/layout/lProcess1"/>
    <dgm:cxn modelId="{70C18AF9-2F24-4A50-9785-941DE7FE4B31}" type="presOf" srcId="{2B847D36-6E88-4DD3-AABD-579C99426233}" destId="{7CAEA63C-96B5-40D4-900F-409598FDB0C1}" srcOrd="0" destOrd="0" presId="urn:microsoft.com/office/officeart/2005/8/layout/lProcess1"/>
    <dgm:cxn modelId="{40E743FD-4072-4389-94B0-B65E89259C6B}" type="presOf" srcId="{5CBEC7DD-A25D-4956-9A65-6EA385F6FCB5}" destId="{F7AA6D3E-BCE0-4C06-B101-080DA85DCB01}" srcOrd="0" destOrd="0" presId="urn:microsoft.com/office/officeart/2005/8/layout/lProcess1"/>
    <dgm:cxn modelId="{CC00200B-5AB6-421D-A39D-C942C3354FE4}" type="presParOf" srcId="{22D8E0AF-322E-4A8E-BC3C-6E9E9A51F58F}" destId="{B1443ED3-5E34-456D-8CD9-88B600EDA95F}" srcOrd="0" destOrd="0" presId="urn:microsoft.com/office/officeart/2005/8/layout/lProcess1"/>
    <dgm:cxn modelId="{D33AA10B-4ED8-4BB1-9C64-4F52A35D7099}" type="presParOf" srcId="{B1443ED3-5E34-456D-8CD9-88B600EDA95F}" destId="{9BBCF6CE-E750-48B6-B333-305BBB100737}" srcOrd="0" destOrd="0" presId="urn:microsoft.com/office/officeart/2005/8/layout/lProcess1"/>
    <dgm:cxn modelId="{9E37487A-7185-4A70-9AC4-9659B92F531E}" type="presParOf" srcId="{B1443ED3-5E34-456D-8CD9-88B600EDA95F}" destId="{1B1F80F4-E9A5-4A99-A630-6548067B7CB5}" srcOrd="1" destOrd="0" presId="urn:microsoft.com/office/officeart/2005/8/layout/lProcess1"/>
    <dgm:cxn modelId="{EC43FCD1-27D8-440E-8BDB-DEE2E8BB6D6F}" type="presParOf" srcId="{B1443ED3-5E34-456D-8CD9-88B600EDA95F}" destId="{85447532-8740-4202-B6A5-AE63748B9291}" srcOrd="2" destOrd="0" presId="urn:microsoft.com/office/officeart/2005/8/layout/lProcess1"/>
    <dgm:cxn modelId="{D24904BE-0B60-4FE2-92F3-00D00DBA80D1}" type="presParOf" srcId="{B1443ED3-5E34-456D-8CD9-88B600EDA95F}" destId="{7CAEA63C-96B5-40D4-900F-409598FDB0C1}" srcOrd="3" destOrd="0" presId="urn:microsoft.com/office/officeart/2005/8/layout/lProcess1"/>
    <dgm:cxn modelId="{4E91C200-5979-4ECC-A096-3FD4A611C723}" type="presParOf" srcId="{B1443ED3-5E34-456D-8CD9-88B600EDA95F}" destId="{7BBC8708-0579-4556-ACE5-BDF96E1BE097}" srcOrd="4" destOrd="0" presId="urn:microsoft.com/office/officeart/2005/8/layout/lProcess1"/>
    <dgm:cxn modelId="{66BA92FF-06D9-4ED8-9414-0E825DF8502D}" type="presParOf" srcId="{B1443ED3-5E34-456D-8CD9-88B600EDA95F}" destId="{EFB64180-78F1-4871-9F79-48F6743CFD91}" srcOrd="5" destOrd="0" presId="urn:microsoft.com/office/officeart/2005/8/layout/lProcess1"/>
    <dgm:cxn modelId="{A41D2E3D-00B4-4319-9EE2-BB46636841C7}" type="presParOf" srcId="{B1443ED3-5E34-456D-8CD9-88B600EDA95F}" destId="{459BBFF8-CE50-41AE-9B5E-F6026BBE4F45}" srcOrd="6" destOrd="0" presId="urn:microsoft.com/office/officeart/2005/8/layout/lProcess1"/>
    <dgm:cxn modelId="{C3EBA94B-E35F-4A89-987B-27047E6BDC25}" type="presParOf" srcId="{22D8E0AF-322E-4A8E-BC3C-6E9E9A51F58F}" destId="{8F2F3A22-7A2A-4EE4-9C5B-70F6E89B9064}" srcOrd="1" destOrd="0" presId="urn:microsoft.com/office/officeart/2005/8/layout/lProcess1"/>
    <dgm:cxn modelId="{73811368-B194-4A24-AD33-D7682C703338}" type="presParOf" srcId="{22D8E0AF-322E-4A8E-BC3C-6E9E9A51F58F}" destId="{734C3A16-72FA-42CA-BF15-F44513245016}" srcOrd="2" destOrd="0" presId="urn:microsoft.com/office/officeart/2005/8/layout/lProcess1"/>
    <dgm:cxn modelId="{CF11DF29-864F-46B6-AAB3-A5037CF8A0AD}" type="presParOf" srcId="{734C3A16-72FA-42CA-BF15-F44513245016}" destId="{09ADE9CE-20B7-4A4E-BED6-D56E4ED1D855}" srcOrd="0" destOrd="0" presId="urn:microsoft.com/office/officeart/2005/8/layout/lProcess1"/>
    <dgm:cxn modelId="{45BFDF97-7485-4BD3-9636-A42CF9DED933}" type="presParOf" srcId="{734C3A16-72FA-42CA-BF15-F44513245016}" destId="{C8CE6287-76AA-46C4-B478-0F9183DE6118}" srcOrd="1" destOrd="0" presId="urn:microsoft.com/office/officeart/2005/8/layout/lProcess1"/>
    <dgm:cxn modelId="{96337C59-FBC5-4280-848F-E1ABE955629C}" type="presParOf" srcId="{734C3A16-72FA-42CA-BF15-F44513245016}" destId="{F7AA6D3E-BCE0-4C06-B101-080DA85DCB01}" srcOrd="2" destOrd="0" presId="urn:microsoft.com/office/officeart/2005/8/layout/lProcess1"/>
    <dgm:cxn modelId="{02D7F229-EA09-4CF1-8A9A-9A5AAE90046C}" type="presParOf" srcId="{734C3A16-72FA-42CA-BF15-F44513245016}" destId="{DDA5CBC7-AA05-481A-A03A-3964C1BBBB5A}" srcOrd="3" destOrd="0" presId="urn:microsoft.com/office/officeart/2005/8/layout/lProcess1"/>
    <dgm:cxn modelId="{354586AA-7CE8-4586-9E66-2D688CB72C44}" type="presParOf" srcId="{734C3A16-72FA-42CA-BF15-F44513245016}" destId="{73DBFA1A-3823-4209-9CD6-DBDD456F39FB}" srcOrd="4" destOrd="0" presId="urn:microsoft.com/office/officeart/2005/8/layout/lProcess1"/>
    <dgm:cxn modelId="{9DDEA9D6-20B7-4302-8C8D-606E6C6A6149}" type="presParOf" srcId="{734C3A16-72FA-42CA-BF15-F44513245016}" destId="{6E8D013E-443D-4B1D-847A-84EE008E728C}" srcOrd="5" destOrd="0" presId="urn:microsoft.com/office/officeart/2005/8/layout/lProcess1"/>
    <dgm:cxn modelId="{95A917A5-0366-4526-B78F-65E31583AB82}" type="presParOf" srcId="{734C3A16-72FA-42CA-BF15-F44513245016}" destId="{E0465306-1278-4C98-B543-93094E97E88B}" srcOrd="6" destOrd="0" presId="urn:microsoft.com/office/officeart/2005/8/layout/lProcess1"/>
    <dgm:cxn modelId="{45D49A7A-3664-4AB2-B3A5-3D21008896A6}" type="presParOf" srcId="{22D8E0AF-322E-4A8E-BC3C-6E9E9A51F58F}" destId="{D5E79C7E-BA4F-41B5-AEAD-7D11CABDB66C}" srcOrd="3" destOrd="0" presId="urn:microsoft.com/office/officeart/2005/8/layout/lProcess1"/>
    <dgm:cxn modelId="{42D72CBF-2A51-4316-9C5E-92655A902468}" type="presParOf" srcId="{22D8E0AF-322E-4A8E-BC3C-6E9E9A51F58F}" destId="{96EC6E5F-616C-4A0E-8B47-23C2DB360B15}" srcOrd="4" destOrd="0" presId="urn:microsoft.com/office/officeart/2005/8/layout/lProcess1"/>
    <dgm:cxn modelId="{2EBB2F01-0952-416C-8D61-9CBBA685F51F}" type="presParOf" srcId="{96EC6E5F-616C-4A0E-8B47-23C2DB360B15}" destId="{67971461-EE07-4B5E-A0C3-A166C6559682}" srcOrd="0" destOrd="0" presId="urn:microsoft.com/office/officeart/2005/8/layout/lProcess1"/>
    <dgm:cxn modelId="{164E6B8A-ACC8-4A59-8C34-C15E679A8503}" type="presParOf" srcId="{96EC6E5F-616C-4A0E-8B47-23C2DB360B15}" destId="{BF9CEF10-4726-4D20-AC2F-85DE706D0D00}" srcOrd="1" destOrd="0" presId="urn:microsoft.com/office/officeart/2005/8/layout/lProcess1"/>
    <dgm:cxn modelId="{E7DA4B73-0D72-4516-ADC6-ED952C9FE81E}" type="presParOf" srcId="{96EC6E5F-616C-4A0E-8B47-23C2DB360B15}" destId="{C1386769-D313-4B62-9BE9-A84DD636105E}" srcOrd="2" destOrd="0" presId="urn:microsoft.com/office/officeart/2005/8/layout/lProcess1"/>
    <dgm:cxn modelId="{0928E017-990D-49BC-A3BB-E762A7BB9C64}" type="presParOf" srcId="{22D8E0AF-322E-4A8E-BC3C-6E9E9A51F58F}" destId="{AEFF52EA-2D4D-4AD3-9F53-6B25191BD163}" srcOrd="5" destOrd="0" presId="urn:microsoft.com/office/officeart/2005/8/layout/lProcess1"/>
    <dgm:cxn modelId="{60AF69CC-E2C4-42C6-A765-A2C5CFC4AEC2}" type="presParOf" srcId="{22D8E0AF-322E-4A8E-BC3C-6E9E9A51F58F}" destId="{C057A87B-CF77-43C5-95EA-FF69715D34A3}" srcOrd="6" destOrd="0" presId="urn:microsoft.com/office/officeart/2005/8/layout/lProcess1"/>
    <dgm:cxn modelId="{3D5AEDB5-C877-49C4-8CE7-CBF70D35C8CE}" type="presParOf" srcId="{C057A87B-CF77-43C5-95EA-FF69715D34A3}" destId="{DA50ACFD-2722-4D29-B376-5CF3C8F3EB41}" srcOrd="0" destOrd="0" presId="urn:microsoft.com/office/officeart/2005/8/layout/lProcess1"/>
    <dgm:cxn modelId="{E452C909-B0C8-4180-B558-4C1214228CD0}" type="presParOf" srcId="{C057A87B-CF77-43C5-95EA-FF69715D34A3}" destId="{E31C91BC-3A8F-4AC7-8DBF-330AFF31351C}" srcOrd="1" destOrd="0" presId="urn:microsoft.com/office/officeart/2005/8/layout/lProcess1"/>
    <dgm:cxn modelId="{0E7938F4-0647-4FB9-90EA-66B6E55CAC2A}" type="presParOf" srcId="{C057A87B-CF77-43C5-95EA-FF69715D34A3}" destId="{AC28A259-E8AB-491C-9FF1-41516FA5BC71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CF6CE-E750-48B6-B333-305BBB100737}">
      <dsp:nvSpPr>
        <dsp:cNvPr id="0" name=""/>
        <dsp:cNvSpPr/>
      </dsp:nvSpPr>
      <dsp:spPr>
        <a:xfrm>
          <a:off x="2311" y="839504"/>
          <a:ext cx="2605578" cy="6513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rtlCol="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b="1" i="0" kern="1200" dirty="0"/>
            <a:t>Classificação</a:t>
          </a:r>
          <a:endParaRPr lang="en-US" sz="3500" b="1" kern="1200" dirty="0"/>
        </a:p>
      </dsp:txBody>
      <dsp:txXfrm>
        <a:off x="21390" y="858583"/>
        <a:ext cx="2567420" cy="613236"/>
      </dsp:txXfrm>
    </dsp:sp>
    <dsp:sp modelId="{1B1F80F4-E9A5-4A99-A630-6548067B7CB5}">
      <dsp:nvSpPr>
        <dsp:cNvPr id="0" name=""/>
        <dsp:cNvSpPr/>
      </dsp:nvSpPr>
      <dsp:spPr>
        <a:xfrm rot="5400000">
          <a:off x="1248103" y="1547896"/>
          <a:ext cx="113994" cy="11399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447532-8740-4202-B6A5-AE63748B9291}">
      <dsp:nvSpPr>
        <dsp:cNvPr id="0" name=""/>
        <dsp:cNvSpPr/>
      </dsp:nvSpPr>
      <dsp:spPr>
        <a:xfrm>
          <a:off x="2311" y="1718887"/>
          <a:ext cx="2605578" cy="65139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sz="2000" b="0" i="0" kern="1200" dirty="0"/>
            <a:t>SVN</a:t>
          </a:r>
          <a:endParaRPr lang="en-US" sz="2000" u="sng" kern="1200" dirty="0"/>
        </a:p>
      </dsp:txBody>
      <dsp:txXfrm>
        <a:off x="21390" y="1737966"/>
        <a:ext cx="2567420" cy="613236"/>
      </dsp:txXfrm>
    </dsp:sp>
    <dsp:sp modelId="{7CAEA63C-96B5-40D4-900F-409598FDB0C1}">
      <dsp:nvSpPr>
        <dsp:cNvPr id="0" name=""/>
        <dsp:cNvSpPr/>
      </dsp:nvSpPr>
      <dsp:spPr>
        <a:xfrm rot="5400000">
          <a:off x="1248103" y="2427278"/>
          <a:ext cx="113994" cy="11399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BC8708-0579-4556-ACE5-BDF96E1BE097}">
      <dsp:nvSpPr>
        <dsp:cNvPr id="0" name=""/>
        <dsp:cNvSpPr/>
      </dsp:nvSpPr>
      <dsp:spPr>
        <a:xfrm>
          <a:off x="2311" y="2598270"/>
          <a:ext cx="2605578" cy="65139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u="sng" kern="1200" dirty="0"/>
            <a:t>KNN</a:t>
          </a:r>
        </a:p>
      </dsp:txBody>
      <dsp:txXfrm>
        <a:off x="21390" y="2617349"/>
        <a:ext cx="2567420" cy="613236"/>
      </dsp:txXfrm>
    </dsp:sp>
    <dsp:sp modelId="{EFB64180-78F1-4871-9F79-48F6743CFD91}">
      <dsp:nvSpPr>
        <dsp:cNvPr id="0" name=""/>
        <dsp:cNvSpPr/>
      </dsp:nvSpPr>
      <dsp:spPr>
        <a:xfrm rot="5400000">
          <a:off x="1248103" y="3306661"/>
          <a:ext cx="113994" cy="11399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9BBFF8-CE50-41AE-9B5E-F6026BBE4F45}">
      <dsp:nvSpPr>
        <dsp:cNvPr id="0" name=""/>
        <dsp:cNvSpPr/>
      </dsp:nvSpPr>
      <dsp:spPr>
        <a:xfrm>
          <a:off x="2311" y="3477652"/>
          <a:ext cx="2605578" cy="65139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 err="1"/>
            <a:t>Naive</a:t>
          </a:r>
          <a:r>
            <a:rPr lang="pt-br" sz="2000" kern="1200" dirty="0"/>
            <a:t> </a:t>
          </a:r>
          <a:r>
            <a:rPr lang="pt-br" sz="2000" kern="1200" dirty="0" err="1"/>
            <a:t>Bayes</a:t>
          </a:r>
          <a:endParaRPr lang="en-US" sz="2000" kern="1200" dirty="0"/>
        </a:p>
      </dsp:txBody>
      <dsp:txXfrm>
        <a:off x="21390" y="3496731"/>
        <a:ext cx="2567420" cy="613236"/>
      </dsp:txXfrm>
    </dsp:sp>
    <dsp:sp modelId="{09ADE9CE-20B7-4A4E-BED6-D56E4ED1D855}">
      <dsp:nvSpPr>
        <dsp:cNvPr id="0" name=""/>
        <dsp:cNvSpPr/>
      </dsp:nvSpPr>
      <dsp:spPr>
        <a:xfrm>
          <a:off x="2972670" y="839504"/>
          <a:ext cx="2605578" cy="65139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92D05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rtlCol="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b="1" i="0" kern="1200" dirty="0">
              <a:solidFill>
                <a:prstClr val="white"/>
              </a:solidFill>
              <a:latin typeface="Candara"/>
              <a:ea typeface="+mn-ea"/>
              <a:cs typeface="+mn-cs"/>
            </a:rPr>
            <a:t>Regressão</a:t>
          </a:r>
          <a:endParaRPr lang="en-US" sz="3500" b="1" i="0" kern="1200" dirty="0">
            <a:solidFill>
              <a:prstClr val="white"/>
            </a:solidFill>
            <a:latin typeface="Candara"/>
            <a:ea typeface="+mn-ea"/>
            <a:cs typeface="+mn-cs"/>
          </a:endParaRPr>
        </a:p>
      </dsp:txBody>
      <dsp:txXfrm>
        <a:off x="2991749" y="858583"/>
        <a:ext cx="2567420" cy="613236"/>
      </dsp:txXfrm>
    </dsp:sp>
    <dsp:sp modelId="{C8CE6287-76AA-46C4-B478-0F9183DE6118}">
      <dsp:nvSpPr>
        <dsp:cNvPr id="0" name=""/>
        <dsp:cNvSpPr/>
      </dsp:nvSpPr>
      <dsp:spPr>
        <a:xfrm rot="5400000">
          <a:off x="4218463" y="1547896"/>
          <a:ext cx="113994" cy="11399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AA6D3E-BCE0-4C06-B101-080DA85DCB01}">
      <dsp:nvSpPr>
        <dsp:cNvPr id="0" name=""/>
        <dsp:cNvSpPr/>
      </dsp:nvSpPr>
      <dsp:spPr>
        <a:xfrm>
          <a:off x="2972670" y="1718887"/>
          <a:ext cx="2605578" cy="65139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Regressão Linear</a:t>
          </a:r>
          <a:endParaRPr lang="en-US" sz="2000" kern="1200" dirty="0"/>
        </a:p>
      </dsp:txBody>
      <dsp:txXfrm>
        <a:off x="2991749" y="1737966"/>
        <a:ext cx="2567420" cy="613236"/>
      </dsp:txXfrm>
    </dsp:sp>
    <dsp:sp modelId="{DDA5CBC7-AA05-481A-A03A-3964C1BBBB5A}">
      <dsp:nvSpPr>
        <dsp:cNvPr id="0" name=""/>
        <dsp:cNvSpPr/>
      </dsp:nvSpPr>
      <dsp:spPr>
        <a:xfrm rot="5400000">
          <a:off x="4218463" y="2427278"/>
          <a:ext cx="113994" cy="11399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DBFA1A-3823-4209-9CD6-DBDD456F39FB}">
      <dsp:nvSpPr>
        <dsp:cNvPr id="0" name=""/>
        <dsp:cNvSpPr/>
      </dsp:nvSpPr>
      <dsp:spPr>
        <a:xfrm>
          <a:off x="2972670" y="2598270"/>
          <a:ext cx="2605578" cy="65139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SVR(Kernel = “Linear”)</a:t>
          </a:r>
          <a:endParaRPr lang="en-US" sz="2000" kern="1200" dirty="0"/>
        </a:p>
      </dsp:txBody>
      <dsp:txXfrm>
        <a:off x="2991749" y="2617349"/>
        <a:ext cx="2567420" cy="613236"/>
      </dsp:txXfrm>
    </dsp:sp>
    <dsp:sp modelId="{6E8D013E-443D-4B1D-847A-84EE008E728C}">
      <dsp:nvSpPr>
        <dsp:cNvPr id="0" name=""/>
        <dsp:cNvSpPr/>
      </dsp:nvSpPr>
      <dsp:spPr>
        <a:xfrm rot="5400000">
          <a:off x="4218463" y="3306661"/>
          <a:ext cx="113994" cy="11399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465306-1278-4C98-B543-93094E97E88B}">
      <dsp:nvSpPr>
        <dsp:cNvPr id="0" name=""/>
        <dsp:cNvSpPr/>
      </dsp:nvSpPr>
      <dsp:spPr>
        <a:xfrm>
          <a:off x="2972670" y="3477652"/>
          <a:ext cx="2605578" cy="65139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Regressão Logística</a:t>
          </a:r>
          <a:endParaRPr lang="en-US" sz="2000" kern="1200" dirty="0"/>
        </a:p>
      </dsp:txBody>
      <dsp:txXfrm>
        <a:off x="2991749" y="3496731"/>
        <a:ext cx="2567420" cy="613236"/>
      </dsp:txXfrm>
    </dsp:sp>
    <dsp:sp modelId="{67971461-EE07-4B5E-A0C3-A166C6559682}">
      <dsp:nvSpPr>
        <dsp:cNvPr id="0" name=""/>
        <dsp:cNvSpPr/>
      </dsp:nvSpPr>
      <dsp:spPr>
        <a:xfrm>
          <a:off x="5943030" y="839504"/>
          <a:ext cx="2605578" cy="65139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92D05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rtlCol="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b="1" i="0" kern="1200" dirty="0">
              <a:solidFill>
                <a:prstClr val="white"/>
              </a:solidFill>
              <a:latin typeface="Candara"/>
              <a:ea typeface="+mn-ea"/>
              <a:cs typeface="+mn-cs"/>
            </a:rPr>
            <a:t>Clusterização</a:t>
          </a:r>
          <a:endParaRPr lang="en-US" sz="3400" b="1" i="0" kern="1200" dirty="0">
            <a:solidFill>
              <a:prstClr val="white"/>
            </a:solidFill>
            <a:latin typeface="Candara"/>
            <a:ea typeface="+mn-ea"/>
            <a:cs typeface="+mn-cs"/>
          </a:endParaRPr>
        </a:p>
      </dsp:txBody>
      <dsp:txXfrm>
        <a:off x="5962109" y="858583"/>
        <a:ext cx="2567420" cy="613236"/>
      </dsp:txXfrm>
    </dsp:sp>
    <dsp:sp modelId="{BF9CEF10-4726-4D20-AC2F-85DE706D0D00}">
      <dsp:nvSpPr>
        <dsp:cNvPr id="0" name=""/>
        <dsp:cNvSpPr/>
      </dsp:nvSpPr>
      <dsp:spPr>
        <a:xfrm rot="5400000">
          <a:off x="7188822" y="1547896"/>
          <a:ext cx="113994" cy="11399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386769-D313-4B62-9BE9-A84DD636105E}">
      <dsp:nvSpPr>
        <dsp:cNvPr id="0" name=""/>
        <dsp:cNvSpPr/>
      </dsp:nvSpPr>
      <dsp:spPr>
        <a:xfrm>
          <a:off x="5943030" y="1718887"/>
          <a:ext cx="2605578" cy="65139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 err="1"/>
            <a:t>Kmeans</a:t>
          </a:r>
          <a:endParaRPr lang="en-US" sz="2000" kern="1200" dirty="0"/>
        </a:p>
      </dsp:txBody>
      <dsp:txXfrm>
        <a:off x="5962109" y="1737966"/>
        <a:ext cx="2567420" cy="613236"/>
      </dsp:txXfrm>
    </dsp:sp>
    <dsp:sp modelId="{DA50ACFD-2722-4D29-B376-5CF3C8F3EB41}">
      <dsp:nvSpPr>
        <dsp:cNvPr id="0" name=""/>
        <dsp:cNvSpPr/>
      </dsp:nvSpPr>
      <dsp:spPr>
        <a:xfrm>
          <a:off x="8913390" y="839504"/>
          <a:ext cx="2605578" cy="65139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92D05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0">
              <a:srgbClr val="92D05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rtlCol="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 err="1">
              <a:solidFill>
                <a:prstClr val="white"/>
              </a:solidFill>
              <a:latin typeface="Candara"/>
              <a:ea typeface="+mn-ea"/>
              <a:cs typeface="+mn-cs"/>
            </a:rPr>
            <a:t>Redução</a:t>
          </a:r>
          <a:r>
            <a:rPr lang="en-US" sz="2600" b="1" i="0" kern="1200" dirty="0">
              <a:solidFill>
                <a:prstClr val="white"/>
              </a:solidFill>
              <a:latin typeface="Candara"/>
              <a:ea typeface="+mn-ea"/>
              <a:cs typeface="+mn-cs"/>
            </a:rPr>
            <a:t> </a:t>
          </a:r>
          <a:r>
            <a:rPr lang="en-US" sz="2600" b="1" i="0" kern="1200" dirty="0" err="1">
              <a:solidFill>
                <a:prstClr val="white"/>
              </a:solidFill>
              <a:latin typeface="Candara"/>
              <a:ea typeface="+mn-ea"/>
              <a:cs typeface="+mn-cs"/>
            </a:rPr>
            <a:t>Dimencional</a:t>
          </a:r>
          <a:endParaRPr lang="en-US" sz="2600" b="1" i="0" kern="1200" dirty="0">
            <a:solidFill>
              <a:prstClr val="white"/>
            </a:solidFill>
            <a:latin typeface="Candara"/>
            <a:ea typeface="+mn-ea"/>
            <a:cs typeface="+mn-cs"/>
          </a:endParaRPr>
        </a:p>
      </dsp:txBody>
      <dsp:txXfrm>
        <a:off x="8932469" y="858583"/>
        <a:ext cx="2567420" cy="613236"/>
      </dsp:txXfrm>
    </dsp:sp>
    <dsp:sp modelId="{E31C91BC-3A8F-4AC7-8DBF-330AFF31351C}">
      <dsp:nvSpPr>
        <dsp:cNvPr id="0" name=""/>
        <dsp:cNvSpPr/>
      </dsp:nvSpPr>
      <dsp:spPr>
        <a:xfrm rot="5400000">
          <a:off x="10159182" y="1547896"/>
          <a:ext cx="113994" cy="11399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28A259-E8AB-491C-9FF1-41516FA5BC71}">
      <dsp:nvSpPr>
        <dsp:cNvPr id="0" name=""/>
        <dsp:cNvSpPr/>
      </dsp:nvSpPr>
      <dsp:spPr>
        <a:xfrm>
          <a:off x="8913390" y="1718887"/>
          <a:ext cx="2605578" cy="65139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PCA</a:t>
          </a:r>
          <a:endParaRPr lang="en-US" sz="2000" kern="1200" dirty="0"/>
        </a:p>
      </dsp:txBody>
      <dsp:txXfrm>
        <a:off x="8932469" y="1737966"/>
        <a:ext cx="2567420" cy="613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4FBF263-DEC6-4A9D-8C97-B85A8CB8C50E}" type="datetime1">
              <a:rPr lang="pt-BR" smtClean="0"/>
              <a:pPr algn="r" rtl="0"/>
              <a:t>08/02/2021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45ACAF8E-318A-4EFE-8633-D9E72ABCE0ED}" type="slidenum">
              <a:rPr lang="pt-BR" smtClean="0"/>
              <a:pPr algn="r"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8C123CB6-8505-484D-AD49-CCA5FF708E8E}" type="datetime1">
              <a:rPr lang="pt-BR" noProof="0" smtClean="0"/>
              <a:pPr/>
              <a:t>08/02/2021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5EE2CF44-2B13-41B4-A334-1CDF534EEBBF}" type="slidenum">
              <a:rPr lang="pt-BR" noProof="0" smtClean="0"/>
              <a:pPr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7" name="Retângulo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509B53E-5F46-420C-9FC5-DAEB88ACCC36}" type="datetime1">
              <a:rPr lang="pt-BR" noProof="0" smtClean="0"/>
              <a:pPr/>
              <a:t>08/02/2021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rtlCol="0" anchor="b">
            <a:normAutofit/>
          </a:bodyPr>
          <a:lstStyle>
            <a:lvl1pPr algn="l" rtl="0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l" rtl="0">
              <a:buNone/>
              <a:defRPr sz="2000"/>
            </a:lvl2pPr>
            <a:lvl3pPr marL="914400" indent="0" algn="l" rtl="0">
              <a:buNone/>
              <a:defRPr sz="1800"/>
            </a:lvl3pPr>
            <a:lvl4pPr marL="1371600" indent="0" algn="l" rtl="0">
              <a:buNone/>
              <a:defRPr sz="1600"/>
            </a:lvl4pPr>
            <a:lvl5pPr marL="1828800" indent="0" algn="l" rtl="0">
              <a:buNone/>
              <a:defRPr sz="1600"/>
            </a:lvl5pPr>
            <a:lvl6pPr marL="2286000" indent="0" algn="l" rtl="0">
              <a:buNone/>
              <a:defRPr sz="1600"/>
            </a:lvl6pPr>
            <a:lvl7pPr marL="2743200" indent="0" algn="l" rtl="0">
              <a:buNone/>
              <a:defRPr sz="1600"/>
            </a:lvl7pPr>
            <a:lvl8pPr marL="3200400" indent="0" algn="l" rtl="0">
              <a:buNone/>
              <a:defRPr sz="1600"/>
            </a:lvl8pPr>
            <a:lvl9pPr marL="3657600" indent="0" algn="l" rtl="0">
              <a:buNone/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E64EAC-5602-4386-82F0-40AD884218D6}" type="datetime1">
              <a:rPr lang="pt-BR" noProof="0" smtClean="0"/>
              <a:pPr/>
              <a:t>08/02/2021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A9F0ECE-4690-40DC-8016-3D7B9FECC6A6}" type="datetime1">
              <a:rPr lang="pt-BR" noProof="0" smtClean="0"/>
              <a:pPr/>
              <a:t>08/02/2021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2E0B61-5964-4D91-A168-D7CB792A2B2D}" type="datetime1">
              <a:rPr lang="pt-BR" noProof="0" smtClean="0"/>
              <a:pPr/>
              <a:t>08/02/2021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4555902-7965-4B4C-B9FC-820C063D4756}" type="datetime1">
              <a:rPr lang="pt-BR" noProof="0" smtClean="0"/>
              <a:pPr/>
              <a:t>08/02/2021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97EB872-3A44-4095-8573-160D8312FA73}" type="datetime1">
              <a:rPr lang="pt-BR" noProof="0" smtClean="0"/>
              <a:pPr/>
              <a:t>08/02/2021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600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 rtlCol="0">
            <a:normAutofit/>
          </a:bodyPr>
          <a:lstStyle>
            <a:lvl1pPr marL="0" indent="0" algn="ctr" rtl="0">
              <a:buNone/>
              <a:defRPr sz="20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50E4E7D-D0A9-4DEE-9266-00B85AF59F3B}" type="datetime1">
              <a:rPr lang="pt-BR" noProof="0" smtClean="0"/>
              <a:pPr/>
              <a:t>08/02/2021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32DDEFA-DB5B-4288-BFD4-28EED68507B6}" type="datetime1">
              <a:rPr lang="pt-BR" noProof="0" smtClean="0"/>
              <a:pPr/>
              <a:t>08/02/2021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2BFE731-CCCB-4F3F-8490-9D481963C25C}" type="datetime1">
              <a:rPr lang="pt-BR" noProof="0" smtClean="0"/>
              <a:pPr/>
              <a:t>08/02/2021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436AF61-35ED-497B-AFBC-44E1662D60CA}" type="datetime1">
              <a:rPr lang="pt-BR" noProof="0" smtClean="0"/>
              <a:pPr/>
              <a:t>08/02/2021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pt-BR" noProof="0" smtClean="0"/>
              <a:pPr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significados.com.br/inteligencia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tutorial/machine_learning_map/index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torioluis" TargetMode="External"/><Relationship Id="rId2" Type="http://schemas.openxmlformats.org/officeDocument/2006/relationships/hyperlink" Target="https://www.linkedin.com/in/vitorioluis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07368" y="3212976"/>
            <a:ext cx="11233248" cy="1343357"/>
          </a:xfrm>
        </p:spPr>
        <p:txBody>
          <a:bodyPr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4900" dirty="0">
                <a:solidFill>
                  <a:schemeClr val="accent1"/>
                </a:solidFill>
              </a:rPr>
              <a:t>Inteligência Artificial(I.A)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79376" y="4293096"/>
            <a:ext cx="10346432" cy="685800"/>
          </a:xfrm>
        </p:spPr>
        <p:txBody>
          <a:bodyPr rtlCol="0"/>
          <a:lstStyle/>
          <a:p>
            <a:pPr rtl="0"/>
            <a:r>
              <a:rPr lang="pt-BR" dirty="0">
                <a:solidFill>
                  <a:schemeClr val="tx1"/>
                </a:solidFill>
              </a:rPr>
              <a:t>Luís Vitório</a:t>
            </a:r>
          </a:p>
        </p:txBody>
      </p:sp>
      <p:pic>
        <p:nvPicPr>
          <p:cNvPr id="7176" name="Picture 8" descr="Imagem relacionada">
            <a:extLst>
              <a:ext uri="{FF2B5EF4-FFF2-40B4-BE49-F238E27FC236}">
                <a16:creationId xmlns:a16="http://schemas.microsoft.com/office/drawing/2014/main" id="{EE149F01-97CB-4CF1-B810-8D500B4EC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84" y="0"/>
            <a:ext cx="3524250" cy="239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551384" y="457200"/>
            <a:ext cx="4680520" cy="1891680"/>
          </a:xfrm>
        </p:spPr>
        <p:txBody>
          <a:bodyPr rtlCol="0" anchor="ctr">
            <a:normAutofit fontScale="90000"/>
          </a:bodyPr>
          <a:lstStyle/>
          <a:p>
            <a:pPr algn="ctr" rtl="0"/>
            <a:r>
              <a:rPr lang="pt-BR" sz="5400" dirty="0"/>
              <a:t>O que é Inteligência?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479376" y="2636912"/>
            <a:ext cx="4536504" cy="3907160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pt-BR" sz="3600" dirty="0"/>
              <a:t>É a faculdade de sentir, conhecer, compreender e aprender.</a:t>
            </a:r>
          </a:p>
          <a:p>
            <a:pPr marL="0" indent="0">
              <a:buNone/>
            </a:pPr>
            <a:r>
              <a:rPr lang="pt-BR" sz="1600" dirty="0">
                <a:hlinkClick r:id="rId2"/>
              </a:rPr>
              <a:t>https://www.significados.com.br/inteligencia/</a:t>
            </a:r>
            <a:r>
              <a:rPr lang="pt-BR" sz="1600" dirty="0"/>
              <a:t> acessado em 15/03/2019</a:t>
            </a:r>
          </a:p>
        </p:txBody>
      </p:sp>
      <p:pic>
        <p:nvPicPr>
          <p:cNvPr id="4098" name="Picture 2" descr="Resultado de imagem para inteligencia">
            <a:extLst>
              <a:ext uri="{FF2B5EF4-FFF2-40B4-BE49-F238E27FC236}">
                <a16:creationId xmlns:a16="http://schemas.microsoft.com/office/drawing/2014/main" id="{3092EF01-A12E-4BD5-9C0B-1D678D407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919" y="11602"/>
            <a:ext cx="6885745" cy="684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899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336" y="457200"/>
            <a:ext cx="5328592" cy="1143000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pt-BR" sz="6000" dirty="0"/>
              <a:t>O que são?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63352" y="1825625"/>
            <a:ext cx="5112568" cy="4699719"/>
          </a:xfrm>
        </p:spPr>
        <p:txBody>
          <a:bodyPr rtlCol="0">
            <a:normAutofit/>
          </a:bodyPr>
          <a:lstStyle/>
          <a:p>
            <a:r>
              <a:rPr lang="pt-BR" sz="3600" dirty="0"/>
              <a:t>Big Data</a:t>
            </a:r>
          </a:p>
          <a:p>
            <a:pPr rtl="0"/>
            <a:r>
              <a:rPr lang="pt-BR" sz="3600" dirty="0"/>
              <a:t>Data Science</a:t>
            </a:r>
          </a:p>
          <a:p>
            <a:pPr rtl="0"/>
            <a:r>
              <a:rPr lang="pt-BR" sz="3600" dirty="0"/>
              <a:t>I.A</a:t>
            </a:r>
          </a:p>
        </p:txBody>
      </p:sp>
      <p:pic>
        <p:nvPicPr>
          <p:cNvPr id="1026" name="Picture 2" descr="Imagem relacionada">
            <a:extLst>
              <a:ext uri="{FF2B5EF4-FFF2-40B4-BE49-F238E27FC236}">
                <a16:creationId xmlns:a16="http://schemas.microsoft.com/office/drawing/2014/main" id="{41239270-6026-4AF4-A7B0-B49F5B918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936" y="0"/>
            <a:ext cx="66720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442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19336" y="457200"/>
            <a:ext cx="5616624" cy="1143000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pt-BR" sz="5400" dirty="0"/>
              <a:t>Big Data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119336" y="1828800"/>
            <a:ext cx="5472608" cy="4267200"/>
          </a:xfrm>
        </p:spPr>
        <p:txBody>
          <a:bodyPr rtlCol="0">
            <a:normAutofit/>
          </a:bodyPr>
          <a:lstStyle/>
          <a:p>
            <a:r>
              <a:rPr lang="pt-BR" sz="2400" dirty="0"/>
              <a:t>É um grande conjunto de dados gerado e armazenado que aplicativos convencionais não consegue lidar.  Este grande volume de dados deu a origem um nova área de atuação a Data Science.</a:t>
            </a:r>
          </a:p>
        </p:txBody>
      </p:sp>
      <p:pic>
        <p:nvPicPr>
          <p:cNvPr id="5122" name="Picture 2" descr="Imagem relacionada">
            <a:extLst>
              <a:ext uri="{FF2B5EF4-FFF2-40B4-BE49-F238E27FC236}">
                <a16:creationId xmlns:a16="http://schemas.microsoft.com/office/drawing/2014/main" id="{56BC771C-17A6-43AC-8F80-01C99EFD1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0"/>
            <a:ext cx="63226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86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47328" y="457200"/>
            <a:ext cx="5904656" cy="1143000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pt-BR" sz="5400" dirty="0"/>
              <a:t>Data Science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119336" y="1828800"/>
            <a:ext cx="5760640" cy="4267200"/>
          </a:xfrm>
        </p:spPr>
        <p:txBody>
          <a:bodyPr rtlCol="0">
            <a:normAutofit/>
          </a:bodyPr>
          <a:lstStyle/>
          <a:p>
            <a:r>
              <a:rPr lang="pt-BR" sz="2400" dirty="0"/>
              <a:t>Data Science ou Ciência de dados é uma área que estuda negócios, ciência da computação e Matemática/Estatística para processar com </a:t>
            </a:r>
            <a:r>
              <a:rPr lang="pt-BR" sz="2400" dirty="0">
                <a:solidFill>
                  <a:schemeClr val="accent1"/>
                </a:solidFill>
              </a:rPr>
              <a:t>Velocidade</a:t>
            </a:r>
            <a:r>
              <a:rPr lang="pt-BR" sz="2400" dirty="0"/>
              <a:t> esse grande </a:t>
            </a:r>
            <a:r>
              <a:rPr lang="pt-BR" sz="2400" dirty="0">
                <a:solidFill>
                  <a:schemeClr val="accent1"/>
                </a:solidFill>
              </a:rPr>
              <a:t>Volume</a:t>
            </a:r>
            <a:r>
              <a:rPr lang="pt-BR" sz="2400" dirty="0"/>
              <a:t> e </a:t>
            </a:r>
            <a:r>
              <a:rPr lang="pt-BR" sz="2400" dirty="0">
                <a:solidFill>
                  <a:schemeClr val="accent1"/>
                </a:solidFill>
              </a:rPr>
              <a:t>Variedade</a:t>
            </a:r>
            <a:r>
              <a:rPr lang="pt-BR" sz="2400" dirty="0"/>
              <a:t> de dados transformando isso em informação para auxiliar a tomada de decisão das organizações.</a:t>
            </a:r>
          </a:p>
        </p:txBody>
      </p:sp>
      <p:pic>
        <p:nvPicPr>
          <p:cNvPr id="3074" name="Picture 2" descr="Resultado de imagem para o que Ã© ciencia de dados">
            <a:extLst>
              <a:ext uri="{FF2B5EF4-FFF2-40B4-BE49-F238E27FC236}">
                <a16:creationId xmlns:a16="http://schemas.microsoft.com/office/drawing/2014/main" id="{81062B86-1C06-4076-9355-F71327C93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9312" y="476672"/>
            <a:ext cx="6192688" cy="595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164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 fontScale="90000"/>
          </a:bodyPr>
          <a:lstStyle/>
          <a:p>
            <a:pPr algn="ctr" rtl="0"/>
            <a:r>
              <a:rPr lang="pt-BR" sz="5400" dirty="0"/>
              <a:t>Passos de um projetos de Data Science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3600" dirty="0"/>
              <a:t>Objetivo.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dirty="0"/>
              <a:t>Extração e exploração de dados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dirty="0"/>
              <a:t>Modelagens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dirty="0"/>
              <a:t>Validação do modelo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dirty="0"/>
              <a:t>Implementação, apresentação do produto</a:t>
            </a:r>
          </a:p>
        </p:txBody>
      </p:sp>
    </p:spTree>
    <p:extLst>
      <p:ext uri="{BB962C8B-B14F-4D97-AF65-F5344CB8AC3E}">
        <p14:creationId xmlns:p14="http://schemas.microsoft.com/office/powerpoint/2010/main" val="1757121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pt-BR" sz="5400" dirty="0"/>
              <a:t>Fluxo projeto Data Science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18414C7-E262-482C-B772-09F279C89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1"/>
            <a:ext cx="12192000" cy="55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45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0" y="0"/>
            <a:ext cx="6168008" cy="2276872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pt-BR" sz="5400" dirty="0"/>
              <a:t>Inteligência Artificial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0" y="3284984"/>
            <a:ext cx="6096000" cy="1816224"/>
          </a:xfrm>
        </p:spPr>
        <p:txBody>
          <a:bodyPr rtlCol="0">
            <a:normAutofit/>
          </a:bodyPr>
          <a:lstStyle/>
          <a:p>
            <a:r>
              <a:rPr lang="pt-BR" sz="3600" dirty="0">
                <a:latin typeface="Candara (Corpo)"/>
              </a:rPr>
              <a:t>São agentes computacionais que simula inteligência humana.</a:t>
            </a:r>
          </a:p>
          <a:p>
            <a:pPr marL="0" indent="0">
              <a:buNone/>
            </a:pPr>
            <a:endParaRPr lang="pt-BR" sz="3600" dirty="0"/>
          </a:p>
        </p:txBody>
      </p:sp>
      <p:pic>
        <p:nvPicPr>
          <p:cNvPr id="6148" name="Picture 4" descr="Resultado de imagem para robotics futuristic">
            <a:extLst>
              <a:ext uri="{FF2B5EF4-FFF2-40B4-BE49-F238E27FC236}">
                <a16:creationId xmlns:a16="http://schemas.microsoft.com/office/drawing/2014/main" id="{F4AAD9A2-847E-4F02-A2D7-41D6CA3BD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008" y="0"/>
            <a:ext cx="60239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641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5735960" cy="1844824"/>
          </a:xfrm>
        </p:spPr>
        <p:txBody>
          <a:bodyPr rtlCol="0" anchor="ctr">
            <a:normAutofit/>
          </a:bodyPr>
          <a:lstStyle/>
          <a:p>
            <a:pPr algn="ctr"/>
            <a:r>
              <a:rPr lang="pt-BR" sz="5400" dirty="0"/>
              <a:t>Machine Learning</a:t>
            </a:r>
          </a:p>
        </p:txBody>
      </p:sp>
      <p:pic>
        <p:nvPicPr>
          <p:cNvPr id="1030" name="Picture 6" descr="Imagem relacionada">
            <a:extLst>
              <a:ext uri="{FF2B5EF4-FFF2-40B4-BE49-F238E27FC236}">
                <a16:creationId xmlns:a16="http://schemas.microsoft.com/office/drawing/2014/main" id="{EE01E305-1263-4B17-9A52-479E07EBF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13">
            <a:extLst>
              <a:ext uri="{FF2B5EF4-FFF2-40B4-BE49-F238E27FC236}">
                <a16:creationId xmlns:a16="http://schemas.microsoft.com/office/drawing/2014/main" id="{A5D5D3B9-0931-46F6-8653-7F321F044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04864"/>
            <a:ext cx="6096000" cy="4653136"/>
          </a:xfrm>
        </p:spPr>
        <p:txBody>
          <a:bodyPr rtlCol="0">
            <a:normAutofit lnSpcReduction="10000"/>
          </a:bodyPr>
          <a:lstStyle/>
          <a:p>
            <a:r>
              <a:rPr lang="pt-BR" sz="3600" dirty="0">
                <a:latin typeface="Candara (Corpo)"/>
              </a:rPr>
              <a:t>São métodos que permite que maquinas tomem decisões e façam previsões baseada em analise de dados sem que tenham sido programadas para isso</a:t>
            </a:r>
          </a:p>
          <a:p>
            <a:r>
              <a:rPr lang="pt-BR" sz="3600" dirty="0">
                <a:latin typeface="Candara (Corpo)"/>
              </a:rPr>
              <a:t>Machine Learning é Matemática, Estatística e programação</a:t>
            </a:r>
          </a:p>
          <a:p>
            <a:pPr marL="0" indent="0"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960566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487488" y="332656"/>
            <a:ext cx="9144000" cy="811560"/>
          </a:xfrm>
        </p:spPr>
        <p:txBody>
          <a:bodyPr rtlCol="0" anchor="ctr">
            <a:normAutofit fontScale="90000"/>
          </a:bodyPr>
          <a:lstStyle/>
          <a:p>
            <a:pPr rtl="0"/>
            <a:r>
              <a:rPr lang="pt-BR" sz="5400" dirty="0"/>
              <a:t>Como definir o modelo?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AC81A583-8265-4252-A397-4EB55ED71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12192000" cy="5256584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F8CAA73-D396-47C3-85EE-189076C78E43}"/>
              </a:ext>
            </a:extLst>
          </p:cNvPr>
          <p:cNvSpPr txBox="1"/>
          <p:nvPr/>
        </p:nvSpPr>
        <p:spPr>
          <a:xfrm>
            <a:off x="0" y="6488668"/>
            <a:ext cx="7199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3"/>
              </a:rPr>
              <a:t>https://scikit-learn.org/stable/tutorial/machine_learning_map/index.html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3587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57200"/>
            <a:ext cx="12192000" cy="739552"/>
          </a:xfrm>
        </p:spPr>
        <p:txBody>
          <a:bodyPr rtlCol="0" anchor="ctr">
            <a:noAutofit/>
          </a:bodyPr>
          <a:lstStyle/>
          <a:p>
            <a:pPr algn="ctr"/>
            <a:r>
              <a:rPr lang="pt-BR" sz="5400" dirty="0"/>
              <a:t>Alguns modelos Machine Learning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0" y="1484784"/>
            <a:ext cx="12072664" cy="5373216"/>
          </a:xfrm>
        </p:spPr>
        <p:txBody>
          <a:bodyPr numCol="2" rtlCol="0">
            <a:normAutofit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Regressão linear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SVM (</a:t>
            </a:r>
            <a:r>
              <a:rPr lang="pt-BR" sz="2600" dirty="0" err="1"/>
              <a:t>Support</a:t>
            </a:r>
            <a:r>
              <a:rPr lang="pt-BR" sz="2600" dirty="0"/>
              <a:t> Vector Machine)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KNN (K-vizinhos mais próximos)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Regressão Logística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Árvore de decisão</a:t>
            </a:r>
          </a:p>
          <a:p>
            <a:pPr marL="457200" indent="-457200" fontAlgn="base">
              <a:buFont typeface="+mj-lt"/>
              <a:buAutoNum type="arabicPeriod"/>
            </a:pPr>
            <a:endParaRPr lang="pt-BR" sz="2600" dirty="0"/>
          </a:p>
          <a:p>
            <a:pPr marL="457200" indent="-457200" fontAlgn="base">
              <a:buFont typeface="+mj-lt"/>
              <a:buAutoNum type="arabicPeriod"/>
            </a:pPr>
            <a:endParaRPr lang="pt-BR" sz="2600" dirty="0"/>
          </a:p>
          <a:p>
            <a:pPr marL="457200" indent="-457200" fontAlgn="base">
              <a:buFont typeface="+mj-lt"/>
              <a:buAutoNum type="arabicPeriod"/>
            </a:pPr>
            <a:endParaRPr lang="pt-BR" sz="2600" dirty="0"/>
          </a:p>
          <a:p>
            <a:pPr marL="457200" indent="-457200" fontAlgn="base">
              <a:buFont typeface="+mj-lt"/>
              <a:buAutoNum type="arabicPeriod"/>
            </a:pPr>
            <a:endParaRPr lang="pt-BR" sz="2600" dirty="0"/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K-</a:t>
            </a:r>
            <a:r>
              <a:rPr lang="pt-BR" sz="2600" dirty="0" err="1"/>
              <a:t>Means</a:t>
            </a:r>
            <a:endParaRPr lang="pt-BR" sz="2600" dirty="0"/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Floresta aleatória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Baías ingénuas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Algoritmos de redução dimensional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Algoritmos de aumento de gradiente</a:t>
            </a:r>
          </a:p>
        </p:txBody>
      </p:sp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57200"/>
            <a:ext cx="5735960" cy="739552"/>
          </a:xfrm>
        </p:spPr>
        <p:txBody>
          <a:bodyPr rtlCol="0" anchor="ctr">
            <a:normAutofit fontScale="90000"/>
          </a:bodyPr>
          <a:lstStyle/>
          <a:p>
            <a:pPr algn="ctr"/>
            <a:r>
              <a:rPr lang="pt-BR" sz="5400" dirty="0"/>
              <a:t>Tarefas que ML realiza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07368" y="1628800"/>
            <a:ext cx="4896544" cy="5040559"/>
          </a:xfrm>
        </p:spPr>
        <p:txBody>
          <a:bodyPr rtlCol="0">
            <a:normAutofit/>
          </a:bodyPr>
          <a:lstStyle/>
          <a:p>
            <a:r>
              <a:rPr lang="pt-BR" sz="3600" dirty="0"/>
              <a:t>Regressão</a:t>
            </a:r>
          </a:p>
          <a:p>
            <a:r>
              <a:rPr lang="pt-BR" sz="3600" dirty="0"/>
              <a:t>Classificação</a:t>
            </a:r>
          </a:p>
          <a:p>
            <a:r>
              <a:rPr lang="pt-BR" sz="3600" dirty="0"/>
              <a:t>Agrupamento</a:t>
            </a:r>
          </a:p>
          <a:p>
            <a:r>
              <a:rPr lang="pt-BR" sz="3600" dirty="0"/>
              <a:t>Redução Dimensional</a:t>
            </a:r>
          </a:p>
        </p:txBody>
      </p:sp>
      <p:pic>
        <p:nvPicPr>
          <p:cNvPr id="9220" name="Picture 4" descr="Resultado de imagem para robot work">
            <a:extLst>
              <a:ext uri="{FF2B5EF4-FFF2-40B4-BE49-F238E27FC236}">
                <a16:creationId xmlns:a16="http://schemas.microsoft.com/office/drawing/2014/main" id="{E6BFC07F-1452-4AAA-8120-BCA3AECFF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0"/>
            <a:ext cx="631202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0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09959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pt-BR" sz="5400" dirty="0"/>
              <a:t>Classificação dos modelos de ML</a:t>
            </a:r>
          </a:p>
        </p:txBody>
      </p:sp>
      <p:graphicFrame>
        <p:nvGraphicFramePr>
          <p:cNvPr id="9" name="Espaço Reservado para Conteúdo 8" descr="Lista de Processo" title="SmartArt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581005"/>
              </p:ext>
            </p:extLst>
          </p:nvPr>
        </p:nvGraphicFramePr>
        <p:xfrm>
          <a:off x="407368" y="1484784"/>
          <a:ext cx="11521280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3027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57200"/>
            <a:ext cx="12192000" cy="955576"/>
          </a:xfrm>
        </p:spPr>
        <p:txBody>
          <a:bodyPr rtlCol="0" anchor="ctr">
            <a:normAutofit/>
          </a:bodyPr>
          <a:lstStyle/>
          <a:p>
            <a:pPr algn="ctr"/>
            <a:r>
              <a:rPr lang="pt-BR" sz="5400" dirty="0"/>
              <a:t>Tipos de Machine Learning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9336" y="1628800"/>
            <a:ext cx="11953328" cy="4752527"/>
          </a:xfrm>
        </p:spPr>
        <p:txBody>
          <a:bodyPr rtlCol="0"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3600" dirty="0"/>
              <a:t>Aprendizado Supervisionado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dirty="0"/>
              <a:t>Aprendizado não Supervisionado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dirty="0"/>
              <a:t>Aprendizado por Reforço</a:t>
            </a:r>
          </a:p>
        </p:txBody>
      </p:sp>
      <p:pic>
        <p:nvPicPr>
          <p:cNvPr id="2050" name="Picture 2" descr="Resultado de imagem para aprendizado de maquina">
            <a:extLst>
              <a:ext uri="{FF2B5EF4-FFF2-40B4-BE49-F238E27FC236}">
                <a16:creationId xmlns:a16="http://schemas.microsoft.com/office/drawing/2014/main" id="{C2619E46-B297-4B72-8AD3-A4B8FC2A6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3068960"/>
            <a:ext cx="5272261" cy="279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057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336" y="457200"/>
            <a:ext cx="11953328" cy="955576"/>
          </a:xfrm>
        </p:spPr>
        <p:txBody>
          <a:bodyPr rtlCol="0" anchor="ctr">
            <a:normAutofit/>
          </a:bodyPr>
          <a:lstStyle/>
          <a:p>
            <a:pPr algn="ctr"/>
            <a:r>
              <a:rPr lang="pt-BR" sz="5400" dirty="0"/>
              <a:t>Aprendizado Supervisionado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9336" y="1628800"/>
            <a:ext cx="11953328" cy="5040560"/>
          </a:xfrm>
        </p:spPr>
        <p:txBody>
          <a:bodyPr rtlCol="0">
            <a:normAutofit/>
          </a:bodyPr>
          <a:lstStyle/>
          <a:p>
            <a:r>
              <a:rPr lang="pt-BR" sz="3600" dirty="0"/>
              <a:t>São métodos que já contem categorias definidas. </a:t>
            </a:r>
          </a:p>
          <a:p>
            <a:r>
              <a:rPr lang="pt-BR" sz="3600" dirty="0"/>
              <a:t>Esse tipo é muito utilizado em classificação</a:t>
            </a:r>
          </a:p>
          <a:p>
            <a:r>
              <a:rPr lang="pt-BR" sz="3600" dirty="0"/>
              <a:t>O algoritmo ajusta para um resultado assertivo</a:t>
            </a:r>
          </a:p>
        </p:txBody>
      </p:sp>
    </p:spTree>
    <p:extLst>
      <p:ext uri="{BB962C8B-B14F-4D97-AF65-F5344CB8AC3E}">
        <p14:creationId xmlns:p14="http://schemas.microsoft.com/office/powerpoint/2010/main" val="3199329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57200"/>
            <a:ext cx="12192000" cy="955576"/>
          </a:xfrm>
        </p:spPr>
        <p:txBody>
          <a:bodyPr rtlCol="0" anchor="ctr">
            <a:normAutofit/>
          </a:bodyPr>
          <a:lstStyle/>
          <a:p>
            <a:pPr algn="ctr"/>
            <a:r>
              <a:rPr lang="pt-BR" sz="5400" dirty="0"/>
              <a:t>Aprendizado não Supervisionado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91344" y="1628800"/>
            <a:ext cx="11809312" cy="5040560"/>
          </a:xfrm>
        </p:spPr>
        <p:txBody>
          <a:bodyPr rtlCol="0">
            <a:normAutofit/>
          </a:bodyPr>
          <a:lstStyle/>
          <a:p>
            <a:r>
              <a:rPr lang="pt-BR" sz="3600" dirty="0"/>
              <a:t>Neste algoritmo não temos variável alvo ou variável de saída para serem estimadas. </a:t>
            </a:r>
          </a:p>
        </p:txBody>
      </p:sp>
    </p:spTree>
    <p:extLst>
      <p:ext uri="{BB962C8B-B14F-4D97-AF65-F5344CB8AC3E}">
        <p14:creationId xmlns:p14="http://schemas.microsoft.com/office/powerpoint/2010/main" val="1875616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32656"/>
            <a:ext cx="12192000" cy="955576"/>
          </a:xfrm>
        </p:spPr>
        <p:txBody>
          <a:bodyPr rtlCol="0" anchor="ctr">
            <a:normAutofit/>
          </a:bodyPr>
          <a:lstStyle/>
          <a:p>
            <a:pPr algn="ctr"/>
            <a:r>
              <a:rPr lang="pt-BR" sz="5400" dirty="0"/>
              <a:t>Aprendizado por reforço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9336" y="1628800"/>
            <a:ext cx="11953328" cy="4968552"/>
          </a:xfrm>
        </p:spPr>
        <p:txBody>
          <a:bodyPr rtlCol="0">
            <a:normAutofit/>
          </a:bodyPr>
          <a:lstStyle/>
          <a:p>
            <a:r>
              <a:rPr lang="pt-BR" sz="3600" dirty="0"/>
              <a:t>Este algoritmo é utilizado em situações especificas. A maquina é treinada por tentativa e erro.</a:t>
            </a:r>
          </a:p>
          <a:p>
            <a:r>
              <a:rPr lang="pt-BR" sz="3600" dirty="0"/>
              <a:t> A máquina aprende a partir das experiências passadas e tenta capturar o melhor conhecimento possível para tomar decisões de negócios precisas. </a:t>
            </a:r>
          </a:p>
        </p:txBody>
      </p:sp>
    </p:spTree>
    <p:extLst>
      <p:ext uri="{BB962C8B-B14F-4D97-AF65-F5344CB8AC3E}">
        <p14:creationId xmlns:p14="http://schemas.microsoft.com/office/powerpoint/2010/main" val="829523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336" y="457200"/>
            <a:ext cx="11881320" cy="955576"/>
          </a:xfrm>
        </p:spPr>
        <p:txBody>
          <a:bodyPr rtlCol="0" anchor="ctr">
            <a:normAutofit/>
          </a:bodyPr>
          <a:lstStyle/>
          <a:p>
            <a:r>
              <a:rPr lang="pt-BR" sz="5400" dirty="0"/>
              <a:t>Aplicações de Machine Learning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9336" y="1628800"/>
            <a:ext cx="11881320" cy="5040560"/>
          </a:xfrm>
        </p:spPr>
        <p:txBody>
          <a:bodyPr numCol="2" rtlCol="0">
            <a:normAutofit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Detecção de fraudes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Liberação de crédito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Resultados de pesquisa na Web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Anúncios em tempo real em páginas da web e dispositivos móveis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Análise de sentimento baseada em texto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Pontuação de crédito e próximas melhores ofertas</a:t>
            </a:r>
          </a:p>
          <a:p>
            <a:pPr marL="457200" indent="-457200" fontAlgn="base">
              <a:buFont typeface="+mj-lt"/>
              <a:buAutoNum type="arabicPeriod"/>
            </a:pPr>
            <a:endParaRPr lang="pt-BR" sz="2600" dirty="0"/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Previsão de falhas em equipamento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Novos modelos de precificação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Detecção de invasão na rede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Reconhecimento de padrões e imagem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 dirty="0"/>
              <a:t>Filtragem de spams no e-mail</a:t>
            </a:r>
          </a:p>
          <a:p>
            <a:pPr marL="0" indent="0"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619106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rtlCol="0" anchor="ctr">
            <a:normAutofit/>
          </a:bodyPr>
          <a:lstStyle/>
          <a:p>
            <a:pPr algn="ctr"/>
            <a:r>
              <a:rPr lang="pt-BR" sz="5400" dirty="0"/>
              <a:t>Exemplos</a:t>
            </a:r>
          </a:p>
        </p:txBody>
      </p:sp>
    </p:spTree>
    <p:extLst>
      <p:ext uri="{BB962C8B-B14F-4D97-AF65-F5344CB8AC3E}">
        <p14:creationId xmlns:p14="http://schemas.microsoft.com/office/powerpoint/2010/main" val="718712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71464" y="1844824"/>
            <a:ext cx="9144000" cy="2952328"/>
          </a:xfrm>
        </p:spPr>
        <p:txBody>
          <a:bodyPr rtlCol="0" anchor="ctr">
            <a:normAutofit fontScale="90000"/>
          </a:bodyPr>
          <a:lstStyle/>
          <a:p>
            <a:pPr algn="ctr"/>
            <a:r>
              <a:rPr lang="pt-BR" sz="6700" dirty="0"/>
              <a:t>Luís Vitório</a:t>
            </a:r>
            <a:br>
              <a:rPr lang="pt-BR" sz="5400" dirty="0"/>
            </a:br>
            <a:r>
              <a:rPr lang="pt-BR" sz="3600" dirty="0">
                <a:hlinkClick r:id="rId2"/>
              </a:rPr>
              <a:t>https://www.linkedin.com/in/vitorioluis</a:t>
            </a:r>
            <a:br>
              <a:rPr lang="pt-BR" sz="3600" dirty="0"/>
            </a:br>
            <a:br>
              <a:rPr lang="pt-BR" sz="3600" dirty="0"/>
            </a:br>
            <a:r>
              <a:rPr lang="pt-BR" sz="3600" dirty="0">
                <a:hlinkClick r:id="rId3"/>
              </a:rPr>
              <a:t>https://github.com/vitorioluis</a:t>
            </a:r>
            <a:br>
              <a:rPr lang="pt-BR" sz="3600" dirty="0"/>
            </a:b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4221189183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ador Técnico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107896_TF02901026" id="{9F968763-F91C-42C9-AE49-6BD67CA2E1C8}" vid="{02176A96-6553-412C-8E8F-22987C19B997}"/>
    </a:ext>
  </a:extLst>
</a:theme>
</file>

<file path=ppt/theme/theme2.xml><?xml version="1.0" encoding="utf-8"?>
<a:theme xmlns:a="http://schemas.openxmlformats.org/drawingml/2006/main" name="Tema do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1566889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2012-05-23T08:44:00+00:00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TP102901017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836753</LocLastLocAttemptVersionLookup>
    <IsSearchable xmlns="4873beb7-5857-4685-be1f-d57550cc96cc">true</IsSearchable>
    <TemplateTemplateType xmlns="4873beb7-5857-4685-be1f-d57550cc96cc">PowerPoint Design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REDMOND\v-anij</DisplayName>
        <AccountId>2469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746CFF6F-D9AA-4BC0-911A-0A13567719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5C6E15-39DC-470B-9445-F754B94580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098515-0C12-46CF-BC7C-69B4A13CD5FA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4873beb7-5857-4685-be1f-d57550cc96cc"/>
    <ds:schemaRef ds:uri="http://purl.org/dc/terms/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484</Words>
  <Application>Microsoft Office PowerPoint</Application>
  <PresentationFormat>Widescreen</PresentationFormat>
  <Paragraphs>88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Candara</vt:lpstr>
      <vt:lpstr>Candara (Corpo)</vt:lpstr>
      <vt:lpstr>Consolas</vt:lpstr>
      <vt:lpstr>Computador Técnico 16x9</vt:lpstr>
      <vt:lpstr>Inteligência Artificial(I.A)</vt:lpstr>
      <vt:lpstr>O que é Inteligência?</vt:lpstr>
      <vt:lpstr>O que são?</vt:lpstr>
      <vt:lpstr>Big Data</vt:lpstr>
      <vt:lpstr>Data Science</vt:lpstr>
      <vt:lpstr>Passos de um projetos de Data Science</vt:lpstr>
      <vt:lpstr>Fluxo projeto Data Science</vt:lpstr>
      <vt:lpstr>Inteligência Artificial</vt:lpstr>
      <vt:lpstr>Machine Learning</vt:lpstr>
      <vt:lpstr>Como definir o modelo?</vt:lpstr>
      <vt:lpstr>Alguns modelos Machine Learning</vt:lpstr>
      <vt:lpstr>Tarefas que ML realiza</vt:lpstr>
      <vt:lpstr>Classificação dos modelos de ML</vt:lpstr>
      <vt:lpstr>Tipos de Machine Learning</vt:lpstr>
      <vt:lpstr>Aprendizado Supervisionado</vt:lpstr>
      <vt:lpstr>Aprendizado não Supervisionado</vt:lpstr>
      <vt:lpstr>Aprendizado por reforço</vt:lpstr>
      <vt:lpstr>Aplicações de Machine Learning</vt:lpstr>
      <vt:lpstr>Exemplos</vt:lpstr>
      <vt:lpstr>Luís Vitório https://www.linkedin.com/in/vitorioluis  https://github.com/vitorioluis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2019-03-14T13:35:41Z</dcterms:created>
  <dcterms:modified xsi:type="dcterms:W3CDTF">2021-02-08T23:47:29Z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